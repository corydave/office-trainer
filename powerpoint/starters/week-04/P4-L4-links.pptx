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00000001-1111-4222-8333-000000000001}">
          <p14:sldIdLst>
            <p14:sldId id="256"/>
            <p14:sldId id="257"/>
          </p14:sldIdLst>
        </p14:section>
        <p14:section name="Boats" id="{00000002-1111-4222-8333-000000000002}">
          <p14:sldIdLst>
            <p14:sldId id="258"/>
            <p14:sldId id="259"/>
          </p14:sldIdLst>
        </p14:section>
        <p14:section name="Prices" id="{00000003-1111-4222-8333-000000000003}">
          <p14:sldIdLst>
            <p14:sldId id="260"/>
          </p14:sldIdLst>
        </p14:section>
        <p14:section name="Book" id="{00000004-1111-4222-8333-000000000004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tour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Boats</a:t>
            </a:r>
          </a:p>
          <a:p>
            <a:pPr/>
            <a:r>
              <a:t>Prices</a:t>
            </a:r>
          </a:p>
          <a:p>
            <a:pPr/>
            <a:r>
              <a:t>Book 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Kayaks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Single and tandem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Paddleboards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For calm mornings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Kayak: $20 an hour</a:t>
            </a:r>
          </a:p>
          <a:p>
            <a:pPr/>
            <a:r>
              <a:t>Paddleboard: $18 an hour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 online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Reserve on our rental page</a:t>
            </a:r>
          </a:p>
          <a:p>
            <a:pPr/>
            <a:r>
              <a:t>Pay at the desk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