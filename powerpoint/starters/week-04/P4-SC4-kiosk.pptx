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00000001-1111-4222-8333-000000000001}">
          <p14:sldIdLst>
            <p14:sldId id="256"/>
            <p14:sldId id="257"/>
          </p14:sldIdLst>
        </p14:section>
        <p14:section name="Boats" id="{00000002-1111-4222-8333-000000000002}">
          <p14:sldIdLst>
            <p14:sldId id="258"/>
          </p14:sldIdLst>
        </p14:section>
        <p14:section name="Tour" id="{00000003-1111-4222-8333-000000000003}">
          <p14:sldIdLst>
            <p14:sldId id="259"/>
            <p14:sldId id="260"/>
          </p14:sldIdLst>
        </p14:section>
        <p14:section name="Book" id="{00000004-1111-4222-8333-000000000004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Lakeshore kiosk tour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Our boats</a:t>
            </a:r>
          </a:p>
          <a:p>
            <a:pPr/>
            <a:r>
              <a:t>The route</a:t>
            </a:r>
          </a:p>
          <a:p>
            <a:pPr/>
            <a:r>
              <a:t>Tour</a:t>
            </a:r>
          </a:p>
          <a:p>
            <a:pPr/>
            <a:r>
              <a:t>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boats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Kayaks</a:t>
            </a:r>
          </a:p>
          <a:p>
            <a:pPr/>
            <a:r>
              <a:t>Canoes</a:t>
            </a:r>
          </a:p>
          <a:p>
            <a:pPr/>
            <a:r>
              <a:t>Paddleboards</a:t>
            </a:r>
          </a:p>
        </p:txBody>
      </p:sp>
      <p:pic>
        <p:nvPicPr>
          <p:cNvPr id="4" name="Logo" descr="Lakeshore Paddle Compan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74320"/>
            <a:ext cx="22860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route</a:t>
            </a:r>
          </a:p>
        </p:txBody>
      </p:sp>
      <p:pic>
        <p:nvPicPr>
          <p:cNvPr id="3" name="Kayak" descr="Kaya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2608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Book now on our rental page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