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Lakeshore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 video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new kayak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book 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