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Summer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Meet at the boathouse at 8:30 a.m.</a:t>
            </a:r>
          </a:p>
          <a:p>
            <a:pPr/>
            <a:r>
              <a:t>Shadow a guide for the morning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jackets on the water</a:t>
            </a:r>
          </a:p>
          <a:p>
            <a:pPr/>
            <a:r>
              <a:t>Guides carry a whistle and a 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