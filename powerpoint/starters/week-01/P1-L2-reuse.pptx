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 and tandem kayaks</a:t>
            </a:r>
          </a:p>
          <a:p>
            <a:pPr/>
            <a:r>
              <a:t>Canoes for up to three</a:t>
            </a:r>
          </a:p>
          <a:p>
            <a:pPr/>
            <a:r>
              <a:t>Stand-up paddleboards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Kayak: $20 an hour</a:t>
            </a:r>
          </a:p>
          <a:p>
            <a:pPr/>
            <a:r>
              <a:t>Canoe: $25 an hour</a:t>
            </a:r>
          </a:p>
          <a:p>
            <a:pPr/>
            <a:r>
              <a:t>Paddleboard: $18 an hour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Boats and prices</dc:title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