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00000001-1111-4222-8333-000000000001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the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 staff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Safety first</a:t>
            </a:r>
          </a:p>
          <a:p>
            <a:pPr/>
            <a:r>
              <a:t>Gear checkout</a:t>
            </a:r>
          </a:p>
          <a:p>
            <a:pPr/>
            <a:r>
              <a:t>Closing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Everyone wears a life jacket</a:t>
            </a:r>
          </a:p>
          <a:p>
            <a:pPr/>
            <a:r>
              <a:t>Guides carry a whistle and a radio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schedule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9 a.m. to 5 p.m.</a:t>
            </a:r>
          </a:p>
          <a:p>
            <a:pPr/>
            <a:r>
              <a:t>Closed Mondays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each boat for damage</a:t>
            </a:r>
          </a:p>
          <a:p>
            <a:pPr/>
            <a:r>
              <a:t>Match paddles to the paddler's height</a:t>
            </a:r>
          </a:p>
          <a:p>
            <a:pPr/>
            <a:r>
              <a:t>Log every rental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your shift lead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Rinse the boats</a:t>
            </a:r>
          </a:p>
          <a:p>
            <a:pPr/>
            <a:r>
              <a:t>Lock the boathouse</a:t>
            </a:r>
          </a:p>
          <a:p>
            <a:pPr/>
            <a:r>
              <a:t>Count the life jackets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