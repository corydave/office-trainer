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00000001-1111-4222-8333-000000000001}">
          <p14:sldIdLst>
            <p14:sldId id="256"/>
            <p14:sldId id="257"/>
            <p14:sldId id="258"/>
          </p14:sldIdLst>
        </p14:section>
        <p14:section name="Wrap-up" id="{00000002-1111-4222-8333-000000000002}">
          <p14:sldIdLst>
            <p14:sldId id="259"/>
          </p14:sldIdLst>
        </p14:section>
        <p14:section name="Trips" id="{00000003-1111-4222-8333-000000000003}">
          <p14:sldIdLst>
            <p14:sldId id="260"/>
            <p14:sldId id="261"/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Lakeshore Paddle Club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New member orientation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Meeting times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Tuesdays at 6 p.m.</a:t>
            </a:r>
          </a:p>
          <a:p>
            <a:pPr/>
            <a:r>
              <a:t>Saturdays at 9 a.m.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2026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14 trips</a:t>
            </a:r>
          </a:p>
          <a:p>
            <a:pPr/>
            <a:r>
              <a:t>62 members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Ask any club officer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Trip calendar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June: Seneca sunrise paddle</a:t>
            </a:r>
          </a:p>
          <a:p>
            <a:pPr/>
            <a:r>
              <a:t>July: Keuka overnight</a:t>
            </a:r>
          </a:p>
          <a:p>
            <a:pPr/>
            <a:r>
              <a:t>August: Canandaigua race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Trip sign-up</a:t>
            </a:r>
          </a:p>
        </p:txBody>
      </p:sp>
      <p:sp>
        <p:nvSpPr>
          <p:cNvPr id="3" name="Sign-up steps"/>
          <p:cNvSpPr txBox="1"/>
          <p:nvPr/>
        </p:nvSpPr>
        <p:spPr>
          <a:xfrm>
            <a:off x="731520" y="146304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/>
              <a:t>Pick a trip on the calendar</a:t>
            </a:r>
          </a:p>
          <a:p>
            <a:pPr/>
            <a:r>
              <a:rPr sz="2400"/>
              <a:t>Write your name on the sheet</a:t>
            </a:r>
          </a:p>
          <a:p>
            <a:pPr/>
            <a:r>
              <a:rPr sz="2400"/>
              <a:t>Pay the trip fee at the desk</a:t>
            </a:r>
          </a:p>
          <a:p>
            <a:pPr/>
            <a:r>
              <a:rPr sz="2400"/>
              <a:t>Bring a signed waiver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to bring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Life jacket</a:t>
            </a:r>
          </a:p>
          <a:p>
            <a:pPr/>
            <a:r>
              <a:t>Paddle</a:t>
            </a:r>
          </a:p>
          <a:p>
            <a:pPr/>
            <a:r>
              <a:t>Whistle</a:t>
            </a:r>
          </a:p>
          <a:p>
            <a:pPr/>
            <a:r>
              <a:t>Dry bag</a:t>
            </a:r>
          </a:p>
          <a:p>
            <a:pPr/>
            <a:r>
              <a:t>Water bottle</a:t>
            </a:r>
          </a:p>
          <a:p>
            <a:pPr/>
            <a:r>
              <a:t>Sunscreen</a:t>
            </a:r>
          </a:p>
          <a:p>
            <a:pPr/>
            <a:r>
              <a:t>Hat</a:t>
            </a:r>
          </a:p>
          <a:p>
            <a:pPr/>
            <a:r>
              <a:t>Sunglasses with a strap</a:t>
            </a:r>
          </a:p>
          <a:p>
            <a:pPr/>
            <a:r>
              <a:t>Snack</a:t>
            </a:r>
          </a:p>
          <a:p>
            <a:pPr/>
            <a:r>
              <a:t>Phone in a pouch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