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Summer kickoff 2027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Lakeshore Paddle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Kayak: $22 an hour</a:t>
            </a:r>
          </a:p>
          <a:p>
            <a:pPr/>
            <a:r>
              <a:t>Canoe: $25 an hour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>
                <a:solidFill>
                  <a:srgbClr val="C00000"/>
                </a:solidFill>
              </a:rPr>
              <a:t>Open daily, 9 a.m. to 7 p.m.</a:t>
            </a:r>
          </a:p>
          <a:p>
            <a:pPr/>
            <a:r>
              <a:rPr>
                <a:solidFill>
                  <a:srgbClr val="C00000"/>
                </a:solidFill>
              </a:rPr>
              <a:t>Last rental at 5 p.m.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See you on the water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Summer kickoff</dc:title>
  <dc:subject/>
  <dc:creator>Sam Lee</dc:creator>
  <cp:keywords/>
  <dc:description/>
  <cp:lastModifiedBy>Sam Lee</cp:lastModifiedBy>
  <cp:revision>1</cp:revision>
  <dcterms:created xsi:type="dcterms:W3CDTF">2013-01-27T09:14:16Z</dcterms:created>
  <dcterms:modified xsi:type="dcterms:W3CDTF">2013-01-27T09:15:58Z</dcterms:modified>
  <cp:category/>
</cp:coreProperties>
</file>