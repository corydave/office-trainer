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authors.xml" ContentType="application/vnd.ms-powerpoint.authors+xml"/>
  <Override PartName="/ppt/comments/modernComment_257_0.xml" ContentType="application/vnd.ms-powerpoint.comment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B4FAFE-219A-5CC8-ACC8-AC28A17E00D2}" name="Sam Lee" initials="SL" userId="Sam Lee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microsoft.com/office/2018/10/relationships/authors" Target="authors.xml"/></Relationships>
</file>

<file path=ppt/comments/modernComment_25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000002-AAAA-4BBB-8CCC-000000000001}" authorId="{25B4FAFE-219A-5CC8-ACC8-AC28A17E00D2}" created="2027-05-01T09:00:00.000">
    <pc:sldMkLst xmlns:pc="http://schemas.microsoft.com/office/powerpoint/2013/main/command">
      <pc:docMk/>
      <pc:sldMk cId="1002035183" sldId="257"/>
    </pc:sldMkLst>
    <p188:txBody>
      <a:bodyPr/>
      <a:lstStyle/>
      <a:p>
        <a:r>
          <a:rPr lang="en-US"/>
          <a:t>Is this the right photo?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everyone by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microsoft.com/office/2018/10/relationships/comments" Target="../comments/modernComment_257_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Season wrap-up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best summer</a:t>
            </a:r>
          </a:p>
        </p:txBody>
      </p:sp>
      <p:pic>
        <p:nvPicPr>
          <p:cNvPr id="3" name="Picture 3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5486400" cy="3657600"/>
          </a:xfrm>
          <a:prstGeom prst="rect">
            <a:avLst/>
          </a:prstGeom>
        </p:spPr>
      </p:pic>
      <p:sp>
        <p:nvSpPr>
          <p:cNvPr id="4" name="Note to self"/>
          <p:cNvSpPr txBox="1"/>
          <p:nvPr/>
        </p:nvSpPr>
        <p:spPr>
          <a:xfrm>
            <a:off x="12801600" y="1828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TODO: check prices with Sam</a:t>
            </a:r>
          </a:p>
        </p:txBody>
      </p:sp>
    </p:spTree>
  </p:cSld>
  <p:clrMapOvr>
    <a:masterClrMapping/>
  </p:clrMapOvr>
  <p:extLst>
    <p:ext uri="{BB962C8B-B14F-4D97-AF65-F5344CB8AC3E}">
      <ns0:creationId xmlns:ns0="http://schemas.microsoft.com/office/powerpoint/2010/main" val="1002035183"/>
    </p:ext>
    <p:ext uri="{6950BFC3-D8DA-4A85-94F7-54DA5524770B}">
      <p188:commentRel xmlns:p188="http://schemas.microsoft.com/office/powerpoint/2018/8/main" r:id="rId4"/>
    </p:ext>
  </p:extLs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1371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Boat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Kayak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Canoe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Season wrap-up</dc:title>
  <dc:subject/>
  <dc:creator>Jordan Rivera</dc:creator>
  <cp:keywords/>
  <dc:description/>
  <cp:lastModifiedBy>Jordan Rivera</cp:lastModifiedBy>
  <cp:revision>1</cp:revision>
  <dcterms:created xsi:type="dcterms:W3CDTF">2013-01-27T09:14:16Z</dcterms:created>
  <dcterms:modified xsi:type="dcterms:W3CDTF">2013-01-27T09:15:58Z</dcterms:modified>
  <cp:category/>
</cp:coreProperties>
</file>