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0" useTimings="0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welcome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our boats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prices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weather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book online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Lakeshore tour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