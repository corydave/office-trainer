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Rentals by month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Kayak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180</c:v>
                </c:pt>
                <c:pt idx="2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Canoe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95</c:v>
                </c:pt>
                <c:pt idx="2">
                  <c:v>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Paddleboard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90</c:v>
                </c:pt>
                <c:pt idx="1">
                  <c:v>140</c:v>
                </c:pt>
                <c:pt idx="2">
                  <c:v>110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con1.svg"/><Relationship Id="rId6" Type="http://schemas.openxmlformats.org/officeDocument/2006/relationships/image" Target="../media/icon2.svg"/><Relationship Id="rId7" Type="http://schemas.openxmlformats.org/officeDocument/2006/relationships/image" Target="../media/icon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season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Busiest July ever</a:t>
            </a:r>
          </a:p>
          <a:p>
            <a:pPr/>
            <a:r>
              <a:t>Two new guides</a:t>
            </a:r>
          </a:p>
          <a:p>
            <a:pPr/>
            <a:r>
              <a:t>Five-star reviews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beach</a:t>
            </a:r>
          </a:p>
        </p:txBody>
      </p:sp>
      <p:pic>
        <p:nvPicPr>
          <p:cNvPr id="3" name="Beach photo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offer</a:t>
            </a:r>
          </a:p>
        </p:txBody>
      </p:sp>
      <p:pic>
        <p:nvPicPr>
          <p:cNvPr id="3" name="Icon wave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7280" y="2377440"/>
            <a:ext cx="1280160" cy="1280160"/>
          </a:xfrm>
          <a:prstGeom prst="rect">
            <a:avLst/>
          </a:prstGeom>
        </p:spPr>
      </p:pic>
      <p:pic>
        <p:nvPicPr>
          <p:cNvPr id="4" name="Icon su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9039" y="2788920"/>
            <a:ext cx="1280160" cy="1280160"/>
          </a:xfrm>
          <a:prstGeom prst="rect">
            <a:avLst/>
          </a:prstGeom>
        </p:spPr>
      </p:pic>
      <p:pic>
        <p:nvPicPr>
          <p:cNvPr id="5" name="Icon paddle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89520" y="21031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Boat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Kayak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Canoe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Rentals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Draft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Not final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</a:t>
            </a:r>
          </a:p>
        </p:txBody>
      </p:sp>
      <p:sp>
        <p:nvSpPr>
          <p:cNvPr id="3" name="Safety steps"/>
          <p:cNvSpPr txBox="1"/>
          <p:nvPr/>
        </p:nvSpPr>
        <p:spPr>
          <a:xfrm>
            <a:off x="731520" y="14630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Check the weather</a:t>
            </a:r>
          </a:p>
          <a:p>
            <a:pPr/>
            <a:r>
              <a:rPr sz="2400"/>
              <a:t>Put on a life jacket</a:t>
            </a:r>
          </a:p>
          <a:p>
            <a:pPr/>
            <a:r>
              <a:rPr sz="2400"/>
              <a:t>Tell someone your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Reserve</a:t>
            </a:r>
          </a:p>
          <a:p>
            <a:pPr/>
            <a:r>
              <a:t>Paddle</a:t>
            </a:r>
          </a:p>
          <a:p>
            <a:pPr/>
            <a:r>
              <a:t>Return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Find us on our website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Jordan Rivera</dc:creator>
  <cp:keywords/>
  <dc:description/>
  <cp:lastModifiedBy>Jordan Rivera</cp:lastModifiedBy>
  <cp:revision>1</cp:revision>
  <dcterms:created xsi:type="dcterms:W3CDTF">2013-01-27T09:14:16Z</dcterms:created>
  <dcterms:modified xsi:type="dcterms:W3CDTF">2013-01-27T09:15:58Z</dcterms:modified>
  <cp:category/>
</cp:coreProperties>
</file>