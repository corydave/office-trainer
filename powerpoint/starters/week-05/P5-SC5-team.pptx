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authors.xml" ContentType="application/vnd.ms-powerpoint.authors+xml"/>
  <Override PartName="/ppt/comments/modernComment_257_0.xml" ContentType="application/vnd.ms-powerpoint.comments+xml"/>
  <Override PartName="/ppt/comments/modernComment_259_0.xml" ContentType="application/vnd.ms-powerpoint.comment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5B4FAFE-219A-5CC8-ACC8-AC28A17E00D2}" name="Sam Lee" initials="SL" userId="Sam Lee" providerId="None"/>
  <p188:author id="{F0D1EED7-F192-55B2-8204-1DFBB4B1C7C2}" name="Ana Ortiz" initials="AO" userId="Ana Ortiz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microsoft.com/office/2018/10/relationships/authors" Target="authors.xml"/></Relationships>
</file>

<file path=ppt/comments/modernComment_257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0000002-AAAA-4BBB-8CCC-000000000001}" authorId="{25B4FAFE-219A-5CC8-ACC8-AC28A17E00D2}" created="2027-05-01T09:00:00.000">
    <pc:sldMkLst xmlns:pc="http://schemas.microsoft.com/office/powerpoint/2013/main/command">
      <pc:docMk/>
      <pc:sldMk cId="1002035183" sldId="257"/>
    </pc:sldMkLst>
    <p188:txBody>
      <a:bodyPr/>
      <a:lstStyle/>
      <a:p>
        <a:r>
          <a:rPr lang="en-US"/>
          <a:t>Is the date right?</a:t>
        </a:r>
      </a:p>
    </p188:txBody>
  </p188:cm>
</p188:cmLst>
</file>

<file path=ppt/comments/modernComment_259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0000004-AAAA-4BBB-8CCC-000000000001}" authorId="{F0D1EED7-F192-55B2-8204-1DFBB4B1C7C2}" created="2027-05-01T09:00:00.000">
    <pc:sldMkLst xmlns:pc="http://schemas.microsoft.com/office/powerpoint/2013/main/command">
      <pc:docMk/>
      <pc:sldMk cId="1002051021" sldId="259"/>
    </pc:sldMkLst>
    <p188:txBody>
      <a:bodyPr/>
      <a:lstStyle/>
      <a:p>
        <a:r>
          <a:rPr lang="en-US"/>
          <a:t>Pizza or sandwiches?</a:t>
        </a:r>
      </a:p>
    </p188:txBody>
  </p188:cm>
</p188:cmLst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18/10/relationships/comments" Target="../comments/modernComment_257_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18/10/relationships/comments" Target="../comments/modernComment_259_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Team retreat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About agenda</a:t>
            </a:r>
          </a:p>
        </p:txBody>
      </p:sp>
    </p:spTree>
  </p:cSld>
  <p:clrMapOvr>
    <a:masterClrMapping/>
  </p:clrMapOvr>
  <p:extLst>
    <p:ext uri="{BB962C8B-B14F-4D97-AF65-F5344CB8AC3E}">
      <ns0:creationId xmlns:ns0="http://schemas.microsoft.com/office/powerpoint/2010/main" val="1002035183"/>
    </p:ex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morning paddle</a:t>
            </a:r>
          </a:p>
        </p:txBody>
      </p:sp>
      <p:pic>
        <p:nvPicPr>
          <p:cNvPr id="3" name="Picture 3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5486400" cy="3657600"/>
          </a:xfrm>
          <a:prstGeom prst="rect">
            <a:avLst/>
          </a:prstGeom>
        </p:spPr>
      </p:pic>
      <p:sp>
        <p:nvSpPr>
          <p:cNvPr id="4" name="Old caption"/>
          <p:cNvSpPr txBox="1"/>
          <p:nvPr/>
        </p:nvSpPr>
        <p:spPr>
          <a:xfrm>
            <a:off x="-3657600" y="18288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/>
              <a:t>Old caption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Lunch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About lunch</a:t>
            </a:r>
          </a:p>
        </p:txBody>
      </p:sp>
    </p:spTree>
  </p:cSld>
  <p:clrMapOvr>
    <a:masterClrMapping/>
  </p:clrMapOvr>
  <p:extLst>
    <p:ext uri="{BB962C8B-B14F-4D97-AF65-F5344CB8AC3E}">
      <ns0:creationId xmlns:ns0="http://schemas.microsoft.com/office/powerpoint/2010/main" val="1002051021"/>
    </p:ex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Afternoon games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About afternoon games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About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retreat</dc:title>
  <dc:subject/>
  <dc:creator>Jordan Rivera</dc:creator>
  <cp:keywords/>
  <dc:description/>
  <cp:lastModifiedBy>Jordan Rivera</cp:lastModifiedBy>
  <cp:revision>1</cp:revision>
  <dcterms:created xsi:type="dcterms:W3CDTF">2013-01-27T09:14:16Z</dcterms:created>
  <dcterms:modified xsi:type="dcterms:W3CDTF">2013-01-27T09:15:58Z</dcterms:modified>
  <cp:category/>
</cp:coreProperties>
</file>