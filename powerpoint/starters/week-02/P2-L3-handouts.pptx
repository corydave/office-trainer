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returning guides.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Sign-up sheet is by the time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