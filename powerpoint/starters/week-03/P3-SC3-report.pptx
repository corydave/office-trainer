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Kayak 120, 180, 150; Canoe 60, 95, 80; Paddleboard 90, 140, 110 (June, July, August).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con1.svg"/><Relationship Id="rId7" Type="http://schemas.openxmlformats.org/officeDocument/2006/relationships/image" Target="../media/icon2.svg"/><Relationship Id="rId8" Type="http://schemas.openxmlformats.org/officeDocument/2006/relationships/image" Target="../media/icon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Season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beach</a:t>
            </a:r>
          </a:p>
        </p:txBody>
      </p:sp>
      <p:pic>
        <p:nvPicPr>
          <p:cNvPr id="3" name="Beach photo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pic>
        <p:nvPicPr>
          <p:cNvPr id="3" name="Logo" descr="Lakeshore Paddle Compan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74320"/>
            <a:ext cx="2377440" cy="950976"/>
          </a:xfrm>
          <a:prstGeom prst="rect">
            <a:avLst/>
          </a:prstGeom>
        </p:spPr>
      </p:pic>
      <p:sp>
        <p:nvSpPr>
          <p:cNvPr id="4" name="Corner box"/>
          <p:cNvSpPr/>
          <p:nvPr/>
        </p:nvSpPr>
        <p:spPr>
          <a:xfrm>
            <a:off x="8412480" y="182880"/>
            <a:ext cx="3657600" cy="1097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con wave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7280" y="4389120"/>
            <a:ext cx="1280160" cy="1280160"/>
          </a:xfrm>
          <a:prstGeom prst="rect">
            <a:avLst/>
          </a:prstGeom>
        </p:spPr>
      </p:pic>
      <p:pic>
        <p:nvPicPr>
          <p:cNvPr id="6" name="Icon su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9039" y="4800600"/>
            <a:ext cx="1280160" cy="1280160"/>
          </a:xfrm>
          <a:prstGeom prst="rect">
            <a:avLst/>
          </a:prstGeom>
        </p:spPr>
      </p:pic>
      <p:pic>
        <p:nvPicPr>
          <p:cNvPr id="7" name="Icon paddle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9520" y="411480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Rentals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Reserve online</a:t>
            </a:r>
          </a:p>
          <a:p>
            <a:pPr/>
            <a:r>
              <a:t>Check in at the desk</a:t>
            </a:r>
          </a:p>
          <a:p>
            <a:pPr/>
            <a:r>
              <a:t>Get your gear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