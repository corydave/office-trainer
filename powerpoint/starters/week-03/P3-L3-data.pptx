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Rentals: Kayak 120, 180, 150; Canoe 60, 95, 80; Paddleboard 90, 140, 110 (June, July, August).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Prices and rentals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Season rentals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