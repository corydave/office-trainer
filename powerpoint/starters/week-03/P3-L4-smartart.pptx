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Paddle safely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Check the weather</a:t>
            </a:r>
          </a:p>
          <a:p>
            <a:pPr/>
            <a:r>
              <a:t>Put on a life jacket</a:t>
            </a:r>
          </a:p>
          <a:p>
            <a:pPr/>
            <a:r>
              <a:t>Tell someone your plan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Safety</a:t>
            </a:r>
          </a:p>
          <a:p>
            <a:pPr/>
            <a:r>
              <a:t>Fun</a:t>
            </a:r>
          </a:p>
          <a:p>
            <a:pPr/>
            <a:r>
              <a:t>Respect for the lake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