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con1.svg"/><Relationship Id="rId7" Type="http://schemas.openxmlformats.org/officeDocument/2006/relationships/image" Target="../media/icon2.svg"/><Relationship Id="rId8" Type="http://schemas.openxmlformats.org/officeDocument/2006/relationships/image" Target="../media/icon3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Find us on the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 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pic>
        <p:nvPicPr>
          <p:cNvPr id="3" name="Logo" descr="Lakeshore Paddle Compan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20640"/>
            <a:ext cx="2194560" cy="877824"/>
          </a:xfrm>
          <a:prstGeom prst="rect">
            <a:avLst/>
          </a:prstGeom>
        </p:spPr>
      </p:pic>
      <p:sp>
        <p:nvSpPr>
          <p:cNvPr id="4" name="Banner"/>
          <p:cNvSpPr/>
          <p:nvPr/>
        </p:nvSpPr>
        <p:spPr>
          <a:xfrm>
            <a:off x="0" y="4937760"/>
            <a:ext cx="12191695" cy="1097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Rent by the hour or the day</a:t>
            </a:r>
          </a:p>
        </p:txBody>
      </p:sp>
      <p:pic>
        <p:nvPicPr>
          <p:cNvPr id="5" name="Icon wav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2194560"/>
            <a:ext cx="1280160" cy="1280160"/>
          </a:xfrm>
          <a:prstGeom prst="rect">
            <a:avLst/>
          </a:prstGeom>
        </p:spPr>
      </p:pic>
      <p:pic>
        <p:nvPicPr>
          <p:cNvPr id="6" name="Icon su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9039" y="2606040"/>
            <a:ext cx="1280160" cy="1280160"/>
          </a:xfrm>
          <a:prstGeom prst="rect">
            <a:avLst/>
          </a:prstGeom>
        </p:spPr>
      </p:pic>
      <p:pic>
        <p:nvPicPr>
          <p:cNvPr id="7" name="Icon padd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9520" y="192024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