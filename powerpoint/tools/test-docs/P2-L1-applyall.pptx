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Two new guides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boats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Four tandem kayaks</a:t>
            </a:r>
          </a:p>
          <a:p>
            <a:pPr/>
            <a:r>
              <a:t>Two touring canoes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  <a:p>
            <a:pPr/>
            <a:r>
              <a:t>Bring a side dish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