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map of the beach.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Lakeshore Paddle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Summer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day at the beach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Meet at the boathouse at 8:30 a.m.</a:t>
            </a:r>
          </a:p>
          <a:p>
            <a:pPr/>
            <a:r>
              <a:t>Pick up your staff shirt and name tag</a:t>
            </a:r>
          </a:p>
          <a:p>
            <a:pPr/>
            <a:r>
              <a:t>Shadow a guide for the morning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things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Boathouse: boats, paddles and life jackets</a:t>
            </a:r>
          </a:p>
          <a:p>
            <a:pPr/>
            <a:r>
              <a:t>Front desk: rentals and returns</a:t>
            </a:r>
          </a:p>
          <a:p>
            <a:pPr/>
            <a:r>
              <a:t>First aid kit: behind the desk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  <a:p>
            <a:pPr/>
            <a:r>
              <a:t>Or email staff@lakeshore.example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