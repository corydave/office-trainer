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</p14:sldIdLst>
        </p14:section>
        <p14:section name="Tour" id="{00000003-1111-4222-8333-000000000003}">
          <p14:sldIdLst>
            <p14:sldId id="259"/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akeshorepaddle.example/rental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kiosk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 advTm="8000">
    <p:push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Our boats</a:t>
            </a:r>
          </a:p>
          <a:p>
            <a:pPr/>
            <a:r>
              <a:t>The route</a:t>
            </a:r>
          </a:p>
          <a:p>
            <a:pPr/>
            <a:r>
              <a:t>Tour</a:t>
            </a:r>
          </a:p>
          <a:p>
            <a:pPr/>
            <a:r>
              <a:t>Book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90" name="Summary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ummaryzoom">
                <psuz:summaryZm>
                  <psuz:summaryZmObj sectionId="{00000001-1111-4222-8333-000000000001}">
                    <psuz:zmPr returnToParent="1"/>
                  </psuz:summaryZmObj>
                  <psuz:summaryZmObj sectionId="{00000002-1111-4222-8333-000000000002}">
                    <psuz:zmPr returnToParent="1"/>
                  </psuz:summaryZmObj>
                  <psuz:summaryZmObj sectionId="{00000003-1111-4222-8333-000000000003}">
                    <psuz:zmPr returnToParent="1"/>
                  </psuz:summaryZmObj>
                </psuz:summaryZm>
              </a:graphicData>
            </a:graphic>
          </p:graphicFrame>
        </mc:Choice>
        <mc:Fallback>
          <p:sp>
            <p:nvSpPr>
              <p:cNvPr id="90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5" name="Slide Zoom 1" descr=""/>
              <p:cNvGraphicFramePr>
                <a:graphicFrameLocks noChangeAspect="1"/>
              </p:cNvGraphicFramePr>
              <p:nvPr/>
            </p:nvGraphicFramePr>
            <p:xfrm>
              <a:off x="914400" y="1828800"/>
              <a:ext cx="6096000" cy="2286000"/>
            </p:xfrm>
            <a:graphic>
              <a:graphicData uri="http://schemas.microsoft.com/office/powerpoint/2016/slidezoom">
                <pslz:sldZm>
                  <pslz:sldZmObj sldId="261">
                    <pslz:zmPr returnToParent="1"/>
                  </pslz:sldZmObj>
                </pslz:sldZm>
              </a:graphicData>
            </a:graphic>
          </p:graphicFrame>
        </mc:Choice>
        <mc:Fallback>
          <p:sp>
            <p:nvSpPr>
              <p:cNvPr id="95" name="Zoom fallback"/>
              <p:cNvSpPr/>
              <p:nvPr/>
            </p:nvSpPr>
            <p:spPr>
              <a:xfrm>
                <a:off x="914400" y="1828800"/>
                <a:ext cx="6096000" cy="2286000"/>
              </a:xfrm>
              <a:prstGeom prst="rect">
                <a:avLst/>
              </a:prstGeom>
            </p:spPr>
          </p:sp>
        </mc:Fallback>
      </mc:AlternateContent>
    </p:spTree>
  </p:cSld>
  <p:clrMapOvr>
    <a:masterClrMapping/>
  </p:clrMapOvr>
  <p:transition advTm="8000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Kayaks</a:t>
            </a:r>
          </a:p>
          <a:p>
            <a:pPr/>
            <a:r>
              <a:t>Canoes</a:t>
            </a:r>
          </a:p>
          <a:p>
            <a:pPr/>
            <a:r>
              <a:t>Paddleboards</a:t>
            </a:r>
          </a:p>
        </p:txBody>
      </p:sp>
      <p:pic>
        <p:nvPicPr>
          <p:cNvPr id="4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74320"/>
            <a:ext cx="2286000" cy="914400"/>
          </a:xfrm>
          <a:prstGeom prst="rect">
            <a:avLst/>
          </a:prstGeom>
        </p:spPr>
      </p:pic>
    </p:spTree>
  </p:cSld>
  <p:clrMapOvr>
    <a:masterClrMapping/>
  </p:clrMapOvr>
  <p:transition advTm="8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route</a:t>
            </a:r>
          </a:p>
        </p:txBody>
      </p:sp>
      <p:pic>
        <p:nvPicPr>
          <p:cNvPr id="3" name="Kayak" descr="Kay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6080"/>
            <a:ext cx="1463040" cy="1463040"/>
          </a:xfrm>
          <a:prstGeom prst="rect">
            <a:avLst/>
          </a:prstGeom>
        </p:spPr>
      </p:pic>
    </p:spTree>
  </p:cSld>
  <p:clrMapOvr>
    <a:masterClrMapping/>
  </p:clrMapOvr>
  <p:transition advTm="8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 0 E" pathEditMode="relative" ptsTypes="AA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</a:t>
            </a:r>
          </a:p>
        </p:txBody>
      </p:sp>
      <p:pic>
        <p:nvPicPr>
          <p:cNvPr id="3" name="tou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>
                  <p14:trim st="1000" end="6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1680" y="1371600"/>
            <a:ext cx="8138160" cy="4572000"/>
          </a:xfrm>
          <a:prstGeom prst="rect">
            <a:avLst/>
          </a:prstGeom>
        </p:spPr>
      </p:pic>
    </p:spTree>
  </p:cSld>
  <p:clrMapOvr>
    <a:masterClrMapping/>
  </p:clrMapOvr>
  <p:transition advTm="8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hlinkClick r:id="rId2"/>
              </a:rPr>
              <a:t>Book now on our rental page</a:t>
            </a:r>
          </a:p>
        </p:txBody>
      </p:sp>
    </p:spTree>
  </p:cSld>
  <p:clrMapOvr>
    <a:masterClrMapping/>
  </p:clrMapOvr>
  <p:transition advTm="8000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