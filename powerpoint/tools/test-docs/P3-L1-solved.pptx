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Our boats and beach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fleet</a:t>
            </a:r>
          </a:p>
        </p:txBody>
      </p:sp>
      <p:pic>
        <p:nvPicPr>
          <p:cNvPr id="3" name="Picture 2" descr="A red kayak on a calm lake below green hills"/>
          <p:cNvPicPr>
            <a:picLocks noChangeAspect="1"/>
          </p:cNvPicPr>
          <p:nvPr/>
        </p:nvPicPr>
        <p:blipFill>
          <a:blip r:embed="rId2"/>
          <a:srcRect l="16667" r="16667"/>
          <a:stretch>
            <a:fillRect/>
          </a:stretch>
        </p:blipFill>
        <p:spPr>
          <a:xfrm>
            <a:off x="914400" y="1463040"/>
            <a:ext cx="3657600" cy="3657600"/>
          </a:xfrm>
          <a:prstGeom prst="rect">
            <a:avLst/>
          </a:prstGeom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beach</a:t>
            </a:r>
          </a:p>
        </p:txBody>
      </p:sp>
      <p:pic>
        <p:nvPicPr>
          <p:cNvPr id="3" name="Beach photo" descr="The Lakeshore beach with boats lined up on the sa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weather</a:t>
            </a:r>
          </a:p>
        </p:txBody>
      </p:sp>
      <p:pic>
        <p:nvPicPr>
          <p:cNvPr id="3" name="Picture 3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