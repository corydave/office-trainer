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Summer kickoff 2027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Kayak: $20 an hour</a:t>
            </a:r>
          </a:p>
          <a:p>
            <a:pPr/>
            <a:r>
              <a:t>Canoe: $25 an hour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daily, 9 a.m. to 7 p.m.</a:t>
            </a:r>
          </a:p>
          <a:p>
            <a:pPr/>
            <a:r>
              <a:t>Last rental at 5 p.m.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See you on the water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Summer kickoff</dc:title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