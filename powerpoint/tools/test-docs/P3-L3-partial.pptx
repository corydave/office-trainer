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Kayak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Canoe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Paddleboard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140</c:v>
                </c:pt>
                <c:pt idx="2">
                  <c:v>110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Rentals: Kayak 120, 180, 150; Canoe 60, 95, 80; Paddleboard 90, 140, 110 (June, July,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Prices and rentals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Half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Paddleboard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 rentals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