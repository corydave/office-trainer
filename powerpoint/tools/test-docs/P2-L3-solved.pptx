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handoutMasters/handoutMaster1.xml" ContentType="application/vnd.openxmlformats-officedocument.presentationml.handoutMaster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1"/>
  </p:handoutMasterIdLst>
  <p:sldIdLst>
    <p:sldId id="256" r:id="rId7"/>
    <p:sldId id="257" r:id="rId8"/>
    <p:sldId id="25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handoutMaster" Target="handoutMasters/handoutMaster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Lakeshore Paddle Company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3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t>Staff use only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returning guides.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Sign-up sheet is by the time clock.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Season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summer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June 1 to Labor Day</a:t>
            </a:r>
          </a:p>
          <a:p>
            <a:pPr/>
            <a:r>
              <a:t>Sunset tours on Fridays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picnic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Saturday, June 12, at noon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