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Rentals by month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Kayak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180</c:v>
                </c:pt>
                <c:pt idx="2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Canoe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95</c:v>
                </c:pt>
                <c:pt idx="2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Paddleboard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</c:v>
                </c:pt>
                <c:pt idx="1">
                  <c:v>140</c:v>
                </c:pt>
                <c:pt idx="2">
                  <c:v>110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Rentals: Kayak 120, 180, 150; Canoe 60, 95, 80; Paddleboard 90, 140, 110 (June, July, August).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Prices and rentals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8229600" cy="1828800"/>
        </p:xfrm>
        <a:graphic>
          <a:graphicData uri="http://schemas.openxmlformats.org/drawingml/2006/table">
            <a:tbl>
              <a:tblPr firstRow="1" bandRow="1">
                <a:tableStyleId>{21E4AEA4-8DFA-4A89-87EB-49C32662AFE8}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Boat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Half 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Kayak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Paddleboard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 rentals</a:t>
            </a:r>
          </a:p>
        </p:txBody>
      </p:sp>
      <p:graphicFrame>
        <p:nvGraphicFramePr>
          <p:cNvPr id="3" name="Chart 2" descr="Kayaks were rented most every month, with July the busiest."/>
          <p:cNvGraphicFramePr>
            <a:graphicFrameLocks noGrp="1"/>
          </p:cNvGraphicFramePr>
          <p:nvPr/>
        </p:nvGraphicFramePr>
        <p:xfrm>
          <a:off x="13716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