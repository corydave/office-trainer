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ound1.wav" ContentType="audio/x-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audio" Target="../media/sound1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photo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Morning on the lake</a:t>
            </a:r>
          </a:p>
        </p:txBody>
      </p:sp>
      <p:pic>
        <p:nvPicPr>
          <p:cNvPr id="3" name="Picture 2" descr="Photo: morning on the lak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  <p:transition advTm="5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boathouse</a:t>
            </a:r>
          </a:p>
        </p:txBody>
      </p:sp>
      <p:pic>
        <p:nvPicPr>
          <p:cNvPr id="3" name="Picture 2" descr="Photo: the boathou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  <p:transition advTm="5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Sunset paddle</a:t>
            </a:r>
          </a:p>
        </p:txBody>
      </p:sp>
      <p:pic>
        <p:nvPicPr>
          <p:cNvPr id="3" name="Picture 2" descr="Photo: sunset padd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  <p:transition advTm="5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 you on the water</a:t>
            </a:r>
          </a:p>
        </p:txBody>
      </p:sp>
    </p:spTree>
  </p:cSld>
  <p:clrMapOvr>
    <a:masterClrMapping/>
  </p:clrMapOvr>
  <p:transition>
    <p:fade/>
    <p:sndAc>
      <p:stSnd>
        <p:snd r:embed="rId2" name="chimes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