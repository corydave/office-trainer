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daily, 9 a.m. to 7 p.m.</a:t>
            </a:r>
          </a:p>
          <a:p>
            <a:pPr/>
            <a:r>
              <a:t>Last rental at 5 p.m.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for renters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Wear a life jacket at all times</a:t>
            </a:r>
          </a:p>
          <a:p>
            <a:pPr/>
            <a:r>
              <a:t>Stay inside the buoys</a:t>
            </a:r>
          </a:p>
          <a:p>
            <a:pPr/>
            <a:r>
              <a:t>No glass on the beach</a:t>
            </a:r>
          </a:p>
          <a:p>
            <a:pPr/>
            <a:r>
              <a:t>Return boats by 6 p.m.</a:t>
            </a:r>
          </a:p>
          <a:p>
            <a:pPr/>
            <a:r>
              <a:t>Paddleboards: stay within 100 yards of shore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for renters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Children under 12 paddle with an adult</a:t>
            </a:r>
          </a:p>
          <a:p>
            <a:pPr/>
            <a:r>
              <a:t>Report damage at the desk</a:t>
            </a:r>
          </a:p>
          <a:p>
            <a:pPr/>
            <a:r>
              <a:t>Don't stand up in a canoe</a:t>
            </a:r>
          </a:p>
          <a:p>
            <a:pPr/>
            <a:r>
              <a:t>Keep the dock clear</a:t>
            </a:r>
          </a:p>
          <a:p>
            <a:pPr/>
            <a:r>
              <a:t>Watch for the red flag: everyone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 for paddling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Tag us in your photos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