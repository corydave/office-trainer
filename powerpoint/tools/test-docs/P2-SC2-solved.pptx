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handoutMasters/handoutMaster1.xml" ContentType="application/vnd.openxmlformats-officedocument.presentationml.handoutMaster+xml"/>
  <Override PartName="/ppt/theme/theme9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15"/>
  </p:handout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handoutMaster" Target="handoutMasters/handoutMaster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Season kickoff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3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t>Lakeshore Paddle Company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3"/>
          </p:nvPr>
        </p:nvSpPr>
        <p:spPr>
          <a:xfrm>
            <a:off x="609600" y="1600200"/>
            <a:ext cx="4572000" cy="41148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Logo" descr="Lakeshore Paddle Company logo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9966960" y="5760720"/>
            <a:ext cx="182880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Georgia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Company kickoff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Lakeshore Paddle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This summer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Open June 1 to Labor Day</a:t>
            </a:r>
          </a:p>
          <a:p>
            <a:pPr/>
            <a:r>
              <a:t>Sunset tours on Fridays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word from our founder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crew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season ahead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Staff picnic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Saturday, June 12, at noon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Lakeshore Paddle Company</dc:creator>
  <cp:keywords/>
  <dc:description/>
  <cp:lastModifiedBy>Lakeshore Paddle Company</cp:lastModifiedBy>
  <cp:revision>1</cp:revision>
  <dcterms:created xsi:type="dcterms:W3CDTF">2013-01-27T09:14:16Z</dcterms:created>
  <dcterms:modified xsi:type="dcterms:W3CDTF">2013-01-27T09:15:58Z</dcterms:modified>
  <cp:category/>
</cp:coreProperties>
</file>