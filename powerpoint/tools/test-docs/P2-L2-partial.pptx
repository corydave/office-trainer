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4572000" cy="41148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Logo" descr="Lakeshore Paddle Company logo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966960" y="5760720"/>
            <a:ext cx="182880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Season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summer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 June 1 to Labor Day</a:t>
            </a:r>
          </a:p>
          <a:p>
            <a:pPr/>
            <a:r>
              <a:t>Sunset tours on Fridays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word from our founder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season ahead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 picnic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Saturday, June 12, at noon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