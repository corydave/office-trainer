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tting started" id="{00000001-1111-4222-8333-000000000001}">
          <p14:sldIdLst>
            <p14:sldId id="256"/>
            <p14:sldId id="257"/>
          </p14:sldIdLst>
        </p14:section>
        <p14:section name="On the water" id="{00000002-1111-4222-8333-000000000002}">
          <p14:sldIdLst>
            <p14:sldId id="258"/>
            <p14:sldId id="259"/>
          </p14:sldIdLst>
        </p14:section>
        <p14:section name="Gear" id="{00000003-1111-4222-8333-000000000003}">
          <p14:sldIdLst>
            <p14:sldId id="260"/>
          </p14:sldIdLst>
        </p14:section>
        <p14:section name="End of day" id="{00000004-1111-4222-8333-000000000004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 first</a:t>
            </a:r>
          </a:p>
          <a:p>
            <a:pPr/>
            <a:r>
              <a:t>Gear checkout</a:t>
            </a:r>
          </a:p>
          <a:p>
            <a:pPr/>
            <a:r>
              <a:t>Closing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Everyone wears a life jacket</a:t>
            </a:r>
          </a:p>
          <a:p>
            <a:pPr/>
            <a:r>
              <a:t>Guides carry a whistle and a 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schedule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9 a.m. to 5 p.m.</a:t>
            </a:r>
          </a:p>
          <a:p>
            <a:pPr/>
            <a:r>
              <a:t>Closed Mondays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Rinse the boats</a:t>
            </a:r>
          </a:p>
          <a:p>
            <a:pPr/>
            <a:r>
              <a:t>Lock the boathouse</a:t>
            </a:r>
          </a:p>
          <a:p>
            <a:pPr/>
            <a:r>
              <a:t>Count the life jackets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