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/>
  <p:notesSz cx="6858000" cy="9144000"/>
  <p:custShowLst>
    <p:custShow name="Short version" id="0">
      <p:sldLst>
        <p:sld r:id="rId7"/>
        <p:sld r:id="rId8"/>
        <p:sld r:id="rId13"/>
        <p:sld r:id="rId17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Rentals by month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Kayak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June</c:v>
                </c:pt>
                <c:pt idx="1">
                  <c:v>July</c:v>
                </c:pt>
                <c:pt idx="2">
                  <c:v>August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180</c:v>
                </c:pt>
                <c:pt idx="2">
                  <c:v>150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Canoe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June</c:v>
                </c:pt>
                <c:pt idx="1">
                  <c:v>July</c:v>
                </c:pt>
                <c:pt idx="2">
                  <c:v>August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60</c:v>
                </c:pt>
                <c:pt idx="1">
                  <c:v>95</c:v>
                </c:pt>
                <c:pt idx="2">
                  <c:v>80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Paddleboard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June</c:v>
                </c:pt>
                <c:pt idx="1">
                  <c:v>July</c:v>
                </c:pt>
                <c:pt idx="2">
                  <c:v>August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90</c:v>
                </c:pt>
                <c:pt idx="1">
                  <c:v>140</c:v>
                </c:pt>
                <c:pt idx="2">
                  <c:v>110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con1.svg"/><Relationship Id="rId6" Type="http://schemas.openxmlformats.org/officeDocument/2006/relationships/image" Target="../media/icon2.svg"/><Relationship Id="rId7" Type="http://schemas.openxmlformats.org/officeDocument/2006/relationships/image" Target="../media/icon3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Lakeshore season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Busiest July ever</a:t>
            </a:r>
          </a:p>
          <a:p>
            <a:pPr/>
            <a:r>
              <a:t>Two new guides</a:t>
            </a:r>
          </a:p>
          <a:p>
            <a:pPr/>
            <a:r>
              <a:t>Five-star reviews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Hire a third guide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beach</a:t>
            </a:r>
          </a:p>
        </p:txBody>
      </p:sp>
      <p:pic>
        <p:nvPicPr>
          <p:cNvPr id="3" name="Beach photo" descr="Boats and families on the beach in Jul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5486400" cy="36576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offer</a:t>
            </a:r>
          </a:p>
        </p:txBody>
      </p:sp>
      <p:pic>
        <p:nvPicPr>
          <p:cNvPr id="3" name="Icon wave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7280" y="2377440"/>
            <a:ext cx="1280160" cy="1280160"/>
          </a:xfrm>
          <a:prstGeom prst="rect">
            <a:avLst/>
          </a:prstGeom>
        </p:spPr>
      </p:pic>
      <p:pic>
        <p:nvPicPr>
          <p:cNvPr id="4" name="Icon sun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49039" y="2788920"/>
            <a:ext cx="1280160" cy="1280160"/>
          </a:xfrm>
          <a:prstGeom prst="rect">
            <a:avLst/>
          </a:prstGeom>
        </p:spPr>
      </p:pic>
      <p:pic>
        <p:nvPicPr>
          <p:cNvPr id="5" name="Icon paddle" descr="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89520" y="2103120"/>
            <a:ext cx="1280160" cy="128016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/>
                    <a:lstStyle/>
                    <a:p>
                      <a:r>
                        <a:t>Boat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Kayak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Canoe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Paddleboard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Rentals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463040"/>
          <a:ext cx="82296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Draft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Not final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</a:t>
            </a:r>
          </a:p>
        </p:txBody>
      </p:sp>
      <p:sp>
        <p:nvSpPr>
          <p:cNvPr id="3" name="Safety steps"/>
          <p:cNvSpPr txBox="1"/>
          <p:nvPr/>
        </p:nvSpPr>
        <p:spPr>
          <a:xfrm>
            <a:off x="731520" y="146304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sz="2400"/>
              <a:t>Check the weather</a:t>
            </a:r>
          </a:p>
          <a:p>
            <a:pPr marL="342900" indent="-342900">
              <a:buFont typeface="+mj-lt"/>
              <a:buAutoNum type="arabicPeriod"/>
            </a:pPr>
            <a:r>
              <a:rPr sz="2400"/>
              <a:t>Put on a life jacket</a:t>
            </a:r>
          </a:p>
          <a:p>
            <a:pPr marL="342900" indent="-342900">
              <a:buFont typeface="+mj-lt"/>
              <a:buAutoNum type="arabicPeriod"/>
            </a:pPr>
            <a:r>
              <a:rPr sz="2400"/>
              <a:t>Tell someone your plan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Reserve</a:t>
            </a:r>
          </a:p>
          <a:p>
            <a:pPr/>
            <a:r>
              <a:t>Paddle</a:t>
            </a:r>
          </a:p>
          <a:p>
            <a:pPr/>
            <a:r>
              <a:t>Return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Visit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Find us on our website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Lakeshore season review</dc:title>
  <dc:subject/>
  <dc:creator>Jordan Rivera</dc:creator>
  <cp:keywords/>
  <dc:description/>
  <cp:lastModifiedBy>Jordan Rivera</cp:lastModifiedBy>
  <cp:revision>1</cp:revision>
  <dcterms:created xsi:type="dcterms:W3CDTF">2013-01-27T09:14:16Z</dcterms:created>
  <dcterms:modified xsi:type="dcterms:W3CDTF">2013-01-27T09:15:58Z</dcterms:modified>
  <cp:category/>
</cp:coreProperties>
</file>