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Rentals by month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Kayak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June</c:v>
                </c:pt>
                <c:pt idx="1">
                  <c:v>July</c:v>
                </c:pt>
                <c:pt idx="2">
                  <c:v>August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180</c:v>
                </c:pt>
                <c:pt idx="2">
                  <c:v>150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Canoe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June</c:v>
                </c:pt>
                <c:pt idx="1">
                  <c:v>July</c:v>
                </c:pt>
                <c:pt idx="2">
                  <c:v>August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60</c:v>
                </c:pt>
                <c:pt idx="1">
                  <c:v>95</c:v>
                </c:pt>
                <c:pt idx="2">
                  <c:v>80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Paddleboard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June</c:v>
                </c:pt>
                <c:pt idx="1">
                  <c:v>July</c:v>
                </c:pt>
                <c:pt idx="2">
                  <c:v>August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90</c:v>
                </c:pt>
                <c:pt idx="1">
                  <c:v>140</c:v>
                </c:pt>
                <c:pt idx="2">
                  <c:v>110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000000-0000-4000-8000-000000000000}" type="doc">
      <dgm:prSet/>
      <dgm:spPr/>
      <dgm:t>
        <a:bodyPr/>
        <a:p>
          <a:endParaRPr lang="en-US"/>
        </a:p>
      </dgm:t>
    </dgm:pt>
    <dgm:pt modelId="{00000000-0000-4000-8000-000000000001}">
      <dgm:prSet phldrT="[Text]"/>
      <dgm:spPr/>
      <dgm:t>
        <a:bodyPr/>
        <a:p>
          <a:r>
            <a:rPr lang="en-US"/>
            <a:t>Reserve online</a:t>
          </a:r>
        </a:p>
      </dgm:t>
    </dgm:pt>
    <dgm:pt modelId="{00000000-0000-4000-8000-000000000002}">
      <dgm:prSet phldrT="[Text]"/>
      <dgm:spPr/>
      <dgm:t>
        <a:bodyPr/>
        <a:p>
          <a:r>
            <a:rPr lang="en-US"/>
            <a:t>Check in at the desk</a:t>
          </a:r>
        </a:p>
      </dgm:t>
    </dgm:pt>
    <dgm:pt modelId="{00000000-0000-4000-8000-000000000003}">
      <dgm:prSet phldrT="[Text]"/>
      <dgm:spPr/>
      <dgm:t>
        <a:bodyPr/>
        <a:p>
          <a:r>
            <a:rPr lang="en-US"/>
            <a:t>Get your gear</a:t>
          </a:r>
        </a:p>
      </dgm:t>
    </dgm:pt>
    <dgm:pt modelId="{00000000-0000-4000-8000-000000000004}">
      <dgm:prSet phldrT="[Text]"/>
      <dgm:spPr/>
      <dgm:t>
        <a:bodyPr/>
        <a:p>
          <a:r>
            <a:rPr lang="en-US"/>
            <a:t>Paddle!</a:t>
          </a:r>
        </a:p>
      </dgm:t>
    </dgm:pt>
  </dgm:ptLst>
  <dgm:cxnLst>
    <dgm:cxn modelId="{10000000-0000-4000-8000-000000000001}" srcId="{00000000-0000-4000-8000-000000000000}" destId="{00000000-0000-4000-8000-000000000001}" srcOrd="0" destOrd="0"/>
    <dgm:cxn modelId="{10000000-0000-4000-8000-000000000002}" srcId="{00000000-0000-4000-8000-000000000000}" destId="{00000000-0000-4000-8000-000000000002}" srcOrd="1" destOrd="0"/>
    <dgm:cxn modelId="{10000000-0000-4000-8000-000000000003}" srcId="{00000000-0000-4000-8000-000000000000}" destId="{00000000-0000-4000-8000-000000000003}" srcOrd="2" destOrd="0"/>
    <dgm:cxn modelId="{10000000-0000-4000-8000-000000000004}" srcId="{00000000-0000-4000-8000-000000000000}" destId="{00000000-0000-4000-8000-000000000004}" srcOrd="3" destOrd="0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layoutNode name="diagram"/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Kayak 120, 180, 150; Canoe 60, 95, 80; Paddleboard 90, 140, 110 (June, July, August).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con1.svg"/><Relationship Id="rId7" Type="http://schemas.openxmlformats.org/officeDocument/2006/relationships/image" Target="../media/icon2.svg"/><Relationship Id="rId8" Type="http://schemas.openxmlformats.org/officeDocument/2006/relationships/image" Target="../media/icon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Season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beach</a:t>
            </a:r>
          </a:p>
        </p:txBody>
      </p:sp>
      <p:pic>
        <p:nvPicPr>
          <p:cNvPr id="3" name="Beach photo" descr="Families launching kayaks from the beach"/>
          <p:cNvPicPr>
            <a:picLocks noChangeAspect="1"/>
          </p:cNvPicPr>
          <p:nvPr/>
        </p:nvPicPr>
        <p:blipFill>
          <a:blip r:embed="rId2"/>
          <a:srcRect l="16667" r="16667"/>
          <a:stretch>
            <a:fillRect/>
          </a:stretch>
        </p:blipFill>
        <p:spPr>
          <a:xfrm>
            <a:off x="914400" y="1463040"/>
            <a:ext cx="3657600" cy="3657600"/>
          </a:xfrm>
          <a:prstGeom prst="rect">
            <a:avLst/>
          </a:prstGeom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</a:t>
            </a:r>
          </a:p>
        </p:txBody>
      </p:sp>
      <p:sp>
        <p:nvSpPr>
          <p:cNvPr id="4" name="Corner box"/>
          <p:cNvSpPr/>
          <p:nvPr/>
        </p:nvSpPr>
        <p:spPr>
          <a:xfrm>
            <a:off x="8412480" y="182880"/>
            <a:ext cx="3657600" cy="1097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Logo" descr="Lakeshore Paddle Compan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74320"/>
            <a:ext cx="2377440" cy="950976"/>
          </a:xfrm>
          <a:prstGeom prst="rect">
            <a:avLst/>
          </a:prstGeom>
        </p:spPr>
      </p:pic>
      <p:grpSp>
        <p:nvGrpSpPr>
          <p:cNvPr id="8" name="Icons"/>
          <p:cNvGrpSpPr/>
          <p:nvPr/>
        </p:nvGrpSpPr>
        <p:grpSpPr>
          <a:xfrm>
            <a:off x="1097280" y="4389120"/>
            <a:ext cx="8595360" cy="1280160"/>
            <a:chOff x="1097280" y="4389120"/>
            <a:chExt cx="8595360" cy="1280160"/>
          </a:xfrm>
        </p:grpSpPr>
        <p:pic>
          <p:nvPicPr>
            <p:cNvPr id="5" name="Icon wave" descr="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97280" y="4389120"/>
              <a:ext cx="1280160" cy="1280160"/>
            </a:xfrm>
            <a:prstGeom prst="rect">
              <a:avLst/>
            </a:prstGeom>
          </p:spPr>
        </p:pic>
        <p:pic>
          <p:nvPicPr>
            <p:cNvPr id="6" name="Icon sun" descr="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754880" y="4389120"/>
              <a:ext cx="1280160" cy="1280160"/>
            </a:xfrm>
            <a:prstGeom prst="rect">
              <a:avLst/>
            </a:prstGeom>
          </p:spPr>
        </p:pic>
        <p:pic>
          <p:nvPicPr>
            <p:cNvPr id="7" name="Icon paddle" descr="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412480" y="4389120"/>
              <a:ext cx="1280160" cy="1280160"/>
            </a:xfrm>
            <a:prstGeom prst="rect">
              <a:avLst/>
            </a:prstGeom>
          </p:spPr>
        </p:pic>
      </p:grpSp>
      <p:sp>
        <p:nvSpPr>
          <p:cNvPr id="9" name="Right Arrow 8"/>
          <p:cNvSpPr/>
          <p:nvPr/>
        </p:nvSpPr>
        <p:spPr>
          <a:xfrm>
            <a:off x="914400" y="1828800"/>
            <a:ext cx="3657600" cy="12801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Busiest day: July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315200" cy="13716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t>Boat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Kayak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Canoe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$85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Rentals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463040"/>
          <a:ext cx="822960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92" name="Diagram 1" descr=""/>
          <p:cNvGraphicFramePr/>
          <p:nvPr/>
        </p:nvGraphicFramePr>
        <p:xfrm>
          <a:off x="1524000" y="1828800"/>
          <a:ext cx="9144000" cy="32004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