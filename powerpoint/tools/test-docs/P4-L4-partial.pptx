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00000001-1111-4222-8333-000000000001}">
          <p14:sldIdLst>
            <p14:sldId id="256"/>
            <p14:sldId id="257"/>
          </p14:sldIdLst>
        </p14:section>
        <p14:section name="Boats" id="{00000002-1111-4222-8333-000000000002}">
          <p14:sldIdLst>
            <p14:sldId id="258"/>
            <p14:sldId id="259"/>
          </p14:sldIdLst>
        </p14:section>
        <p14:section name="Prices" id="{00000003-1111-4222-8333-000000000003}">
          <p14:sldIdLst>
            <p14:sldId id="260"/>
          </p14:sldIdLst>
        </p14:section>
        <p14:section name="Book" id="{00000004-1111-4222-8333-0000000000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akeshorepaddle.example/renta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Boats</a:t>
            </a:r>
          </a:p>
          <a:p>
            <a:pPr/>
            <a:r>
              <a:t>Prices</a:t>
            </a:r>
          </a:p>
          <a:p>
            <a:pPr/>
            <a:r>
              <a:t>Book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and tandem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5" name="Slide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lidezoom">
                <pslz:sldZm>
                  <pslz:sldZmObj sldId="259">
                    <pslz:zmPr returnToParent="0"/>
                  </pslz:sldZmObj>
                </pslz:sldZm>
              </a:graphicData>
            </a:graphic>
          </p:graphicFrame>
        </mc:Choice>
        <mc:Fallback>
          <p:sp>
            <p:nvSpPr>
              <p:cNvPr id="95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Paddleboards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 calm mornings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Paddleboard: $18 an 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hlinkClick r:id="rId2"/>
              </a:rPr>
              <a:t>Reserve on our rental page</a:t>
            </a:r>
          </a:p>
          <a:p>
            <a:pPr/>
            <a:r>
              <a:t>Pay at the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