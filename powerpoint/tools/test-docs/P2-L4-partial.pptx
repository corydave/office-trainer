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Renter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>
                <a:latin typeface="Comic Sans MS"/>
              </a:rP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Comic Sans MS"/>
              </a:rPr>
              <a:t>Open daily, 9 a.m. to 7 p.m.</a:t>
            </a:r>
          </a:p>
          <a:p>
            <a:pPr/>
            <a:r>
              <a:rPr>
                <a:latin typeface="Comic Sans MS"/>
              </a:rPr>
              <a:t>Last rental at 5 p.m.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Rules for renters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Comic Sans MS"/>
              </a:rPr>
              <a:t>Wear a life jacket at all times</a:t>
            </a:r>
          </a:p>
          <a:p>
            <a:pPr/>
            <a:r>
              <a:rPr>
                <a:latin typeface="Comic Sans MS"/>
              </a:rPr>
              <a:t>Stay inside the buoys</a:t>
            </a:r>
          </a:p>
          <a:p>
            <a:pPr/>
            <a:r>
              <a:rPr>
                <a:latin typeface="Comic Sans MS"/>
              </a:rPr>
              <a:t>No glass on the beach</a:t>
            </a:r>
          </a:p>
          <a:p>
            <a:pPr/>
            <a:r>
              <a:rPr>
                <a:latin typeface="Comic Sans MS"/>
              </a:rPr>
              <a:t>Return boats by 6 p.m.</a:t>
            </a:r>
          </a:p>
          <a:p>
            <a:pPr/>
            <a:r>
              <a:rPr>
                <a:latin typeface="Comic Sans MS"/>
              </a:rPr>
              <a:t>Paddleboards: stay within 100 yards of shore</a:t>
            </a:r>
          </a:p>
          <a:p>
            <a:pPr/>
            <a:r>
              <a:rPr>
                <a:latin typeface="Comic Sans MS"/>
              </a:rPr>
              <a:t>Children under 12 paddle with an adult</a:t>
            </a:r>
          </a:p>
          <a:p>
            <a:pPr/>
            <a:r>
              <a:rPr>
                <a:latin typeface="Comic Sans MS"/>
              </a:rPr>
              <a:t>Report damage at the desk</a:t>
            </a:r>
          </a:p>
          <a:p>
            <a:pPr/>
            <a:r>
              <a:rPr>
                <a:latin typeface="Comic Sans MS"/>
              </a:rPr>
              <a:t>Don't stand up in a canoe</a:t>
            </a:r>
          </a:p>
          <a:p>
            <a:pPr/>
            <a:r>
              <a:rPr>
                <a:latin typeface="Comic Sans MS"/>
              </a:rPr>
              <a:t>Keep the dock clear</a:t>
            </a:r>
          </a:p>
          <a:p>
            <a:pPr/>
            <a:r>
              <a:rPr>
                <a:latin typeface="Comic Sans MS"/>
              </a:rPr>
              <a:t>Watch for the red flag: everyone 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omic Sans MS"/>
              </a:rPr>
              <a:t>Thanks for paddling with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Comic Sans MS"/>
              </a:rPr>
              <a:t>Tag us in your photos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