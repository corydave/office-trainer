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authors.xml" ContentType="application/vnd.ms-powerpoint.authors+xml"/>
  <Override PartName="/ppt/comments/modernComment_257_0.xml" ContentType="application/vnd.ms-powerpoint.comments+xml"/>
  <Override PartName="/ppt/comments/modernComment_259_0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B4FAFE-219A-5CC8-ACC8-AC28A17E00D2}" name="Sam Lee" initials="SL" userId="Sam Lee" providerId="None"/>
  <p188:author id="{0D67BDA1-0C14-59DB-9E8C-E6EDE3F26BC5}" name="Jordan Rivera" initials="JR" userId="Jordan River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microsoft.com/office/2018/10/relationships/authors" Target="authors.xml"/></Relationships>
</file>

<file path=ppt/comments/modernComment_25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2-AAAA-4BBB-8CCC-000000000001}" authorId="{25B4FAFE-219A-5CC8-ACC8-AC28A17E00D2}" created="2027-05-01T09:00:00.000" status="resolved">
    <pc:sldMkLst xmlns:pc="http://schemas.microsoft.com/office/powerpoint/2013/main/command">
      <pc:docMk/>
      <pc:sldMk cId="1002035183" sldId="257"/>
    </pc:sldMkLst>
    <p188:replyLst>
      <p188:reply id="{00000002-DDDD-4EEE-8FFF-00000000000A}" authorId="{0D67BDA1-0C14-59DB-9E8C-E6EDE3F26BC5}" created="2027-05-02T10:00:00.000">
        <p188:txBody>
          <a:bodyPr/>
          <a:lstStyle/>
          <a:p>
            <a:r>
              <a:rPr lang="en-US"/>
              <a:t>Yes: $35 a person.</a:t>
            </a:r>
          </a:p>
        </p188:txBody>
      </p188:reply>
    </p188:replyLst>
    <p188:txBody>
      <a:bodyPr/>
      <a:lstStyle/>
      <a:p>
        <a:r>
          <a:rPr lang="en-US"/>
          <a:t>Can we add the sunset tour price?</a:t>
        </a:r>
      </a:p>
    </p188:txBody>
  </p188:cm>
</p188:cmLst>
</file>

<file path=ppt/comments/modernComment_25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4-AAAA-4BBB-8CCC-000000000001}" authorId="{0D67BDA1-0C14-59DB-9E8C-E6EDE3F26BC5}" created="2027-05-01T09:00:00.000">
    <pc:sldMkLst xmlns:pc="http://schemas.microsoft.com/office/powerpoint/2013/main/command">
      <pc:docMk/>
      <pc:sldMk cId="1002051021" sldId="259"/>
    </pc:sldMkLst>
    <p188:txBody>
      <a:bodyPr/>
      <a:lstStyle/>
      <a:p>
        <a:r>
          <a:rPr lang="en-US"/>
          <a:t>Who brings the grill?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9_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Summer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Sunset tours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Fridays at 7 p.m.</a:t>
            </a:r>
          </a:p>
          <a:p>
            <a:pPr/>
            <a:r>
              <a:t>Guide and snacks included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35183"/>
    </p:ex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daily, 9 a.m. to 7 p.m.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51021"/>
    </p:ex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Partner's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family paddle day in August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Rain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Thunder: everyone off the water</a:t>
            </a:r>
          </a:p>
          <a:p>
            <a:pPr/>
            <a:r>
              <a:t>Full refund if we cancel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events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