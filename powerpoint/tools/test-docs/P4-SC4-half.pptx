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0000001-1111-4222-8333-000000000001}">
          <p14:sldIdLst>
            <p14:sldId id="256"/>
            <p14:sldId id="257"/>
          </p14:sldIdLst>
        </p14:section>
        <p14:section name="Boats" id="{00000002-1111-4222-8333-000000000002}">
          <p14:sldIdLst>
            <p14:sldId id="258"/>
          </p14:sldIdLst>
        </p14:section>
        <p14:section name="Tour" id="{00000003-1111-4222-8333-000000000003}">
          <p14:sldIdLst>
            <p14:sldId id="259"/>
            <p14:sldId id="260"/>
          </p14:sldIdLst>
        </p14:section>
        <p14:section name="Book" id="{00000004-1111-4222-8333-0000000000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akeshorepaddle.example/renta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kiosk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Our boats</a:t>
            </a:r>
          </a:p>
          <a:p>
            <a:pPr/>
            <a:r>
              <a:t>The route</a:t>
            </a:r>
          </a:p>
          <a:p>
            <a:pPr/>
            <a:r>
              <a:t>Tour</a:t>
            </a:r>
          </a:p>
          <a:p>
            <a:pPr/>
            <a:r>
              <a:t>Book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90" name="Summary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ummaryzoom">
                <psuz:summaryZm>
                  <psuz:summaryZmObj sectionId="{00000001-1111-4222-8333-000000000001}">
                    <psuz:zmPr returnToParent="1"/>
                  </psuz:summaryZmObj>
                  <psuz:summaryZmObj sectionId="{00000002-1111-4222-8333-000000000002}">
                    <psuz:zmPr returnToParent="1"/>
                  </psuz:summaryZmObj>
                  <psuz:summaryZmObj sectionId="{00000003-1111-4222-8333-000000000003}">
                    <psuz:zmPr returnToParent="1"/>
                  </psuz:summaryZmObj>
                </psuz:summaryZm>
              </a:graphicData>
            </a:graphic>
          </p:graphicFrame>
        </mc:Choice>
        <mc:Fallback>
          <p:sp>
            <p:nvSpPr>
              <p:cNvPr id="90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Kayaks</a:t>
            </a:r>
          </a:p>
          <a:p>
            <a:pPr/>
            <a:r>
              <a:t>Canoes</a:t>
            </a:r>
          </a:p>
          <a:p>
            <a:pPr/>
            <a:r>
              <a:t>Paddleboards</a:t>
            </a:r>
          </a:p>
        </p:txBody>
      </p:sp>
      <p:pic>
        <p:nvPicPr>
          <p:cNvPr id="4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74320"/>
            <a:ext cx="2286000" cy="9144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route</a:t>
            </a:r>
          </a:p>
        </p:txBody>
      </p:sp>
      <p:pic>
        <p:nvPicPr>
          <p:cNvPr id="3" name="Kayak" descr="Kay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1463040" cy="146304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</a:t>
            </a:r>
          </a:p>
        </p:txBody>
      </p:sp>
      <p:pic>
        <p:nvPicPr>
          <p:cNvPr id="3" name="tou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1680" y="1371600"/>
            <a:ext cx="8138160" cy="45720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hlinkClick r:id="rId2"/>
              </a:rPr>
              <a:t>Book now on our rental page</a:t>
            </a:r>
          </a:p>
        </p:txBody>
      </p:sp>
    </p:spTree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