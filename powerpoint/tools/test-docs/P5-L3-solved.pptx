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custShowLst>
    <p:custShow name="Short tour" id="0">
      <p:sldLst>
        <p:sld r:id="rId8"/>
        <p:sld r:id="rId9"/>
        <p:sld r:id="rId13"/>
        <p:sld r:id="rId14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All/>
    <p:penClr>
      <a:prstClr val="red"/>
    </p:penClr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Lakeshore tour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  <p:transition advTm="6000">
    <p:cut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About welcome</a:t>
            </a:r>
          </a:p>
        </p:txBody>
      </p:sp>
    </p:spTree>
  </p:cSld>
  <p:clrMapOvr>
    <a:masterClrMapping/>
  </p:clrMapOvr>
  <p:transition advTm="7000">
    <p:cut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boats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About our boats</a:t>
            </a:r>
          </a:p>
        </p:txBody>
      </p:sp>
    </p:spTree>
  </p:cSld>
  <p:clrMapOvr>
    <a:masterClrMapping/>
  </p:clrMapOvr>
  <p:transition advTm="8000">
    <p:cut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About prices</a:t>
            </a:r>
          </a:p>
        </p:txBody>
      </p:sp>
    </p:spTree>
  </p:cSld>
  <p:clrMapOvr>
    <a:masterClrMapping/>
  </p:clrMapOvr>
  <p:transition advTm="6000">
    <p:cut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About safety</a:t>
            </a:r>
          </a:p>
        </p:txBody>
      </p:sp>
    </p:spTree>
  </p:cSld>
  <p:clrMapOvr>
    <a:masterClrMapping/>
  </p:clrMapOvr>
  <p:transition advTm="7000">
    <p:cut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Weather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About weather rules</a:t>
            </a:r>
          </a:p>
        </p:txBody>
      </p:sp>
    </p:spTree>
  </p:cSld>
  <p:clrMapOvr>
    <a:masterClrMapping/>
  </p:clrMapOvr>
  <p:transition advTm="8000">
    <p:cut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 online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About book online</a:t>
            </a:r>
          </a:p>
        </p:txBody>
      </p:sp>
    </p:spTree>
  </p:cSld>
  <p:clrMapOvr>
    <a:masterClrMapping/>
  </p:clrMapOvr>
  <p:transition advTm="6000">
    <p:cut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About thank you</a:t>
            </a:r>
          </a:p>
        </p:txBody>
      </p:sp>
    </p:spTree>
  </p:cSld>
  <p:clrMapOvr>
    <a:masterClrMapping/>
  </p:clrMapOvr>
  <p:transition advTm="7000"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Lakeshore tour</dc:title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