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docProps/custom.xml" ContentType="application/vnd.openxmlformats-officedocument.custom-propertie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Custom1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 removePersonalInfoOnSave="1">
  <p:sldMasterIdLst>
    <p:sldMasterId id="2147483648" r:id="rId1"/>
  </p:sldMasterIdLst>
  <p:sldIdLst>
    <p:sldId id="256" r:id="rId7"/>
    <p:sldId id="257" r:id="rId8"/>
    <p:sldId id="258" r:id="rId10"/>
    <p:sldId id="259" r:id="rId11"/>
  </p:sldIdLst>
  <p:sldSz cx="12192000" cy="6858000"/>
  <p:notesSz cx="6858000" cy="9144000"/>
  <p:modifyVerifier cryptProviderType="rsaAES" cryptAlgorithmClass="hash" cryptAlgorithmType="typeAny" cryptAlgorithmSid="14" spinCount="100000" saltData="ZmxjY29mZmljZXRyYWluZQ==" hashData="cHJhY3RpY2Vvbmx5cHJhY3RpY2Vvbmx5cHJhY3RpY2VvbmFhYWFhYWFhYWFhYWFhYWFhYWFhYWE=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everyone by name.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Season wrap-up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t>Lakeshore Paddle 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best summer</a:t>
            </a:r>
          </a:p>
        </p:txBody>
      </p:sp>
      <p:pic>
        <p:nvPicPr>
          <p:cNvPr id="3" name="Picture 3" descr="Kayaks lined up on the beach at sunri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46304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645920"/>
          <a:ext cx="73152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457200">
                <a:tc>
                  <a:txBody>
                    <a:bodyPr/>
                    <a:lstStyle/>
                    <a:p>
                      <a:r>
                        <a:t>Boat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Hour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Day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Kayak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$70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Canoe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$85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MarkAsFinal">
    <vt:bool>true</vt:bool>
  </property>
</Properties>
</file>