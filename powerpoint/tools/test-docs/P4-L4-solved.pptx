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  <p14:sldId id="259"/>
          </p14:sldIdLst>
        </p14:section>
        <p14:section name="Prices" id="{00000003-1111-4222-8333-000000000003}">
          <p14:sldIdLst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akeshorepaddle.example/renta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Boats</a:t>
            </a:r>
          </a:p>
          <a:p>
            <a:pPr/>
            <a:r>
              <a:rPr>
                <a:hlinkClick r:id="rId2" action="ppaction://hlinksldjump"/>
              </a:rPr>
              <a:t>Prices</a:t>
            </a:r>
          </a:p>
          <a:p>
            <a:pPr/>
            <a:r>
              <a:t>Book online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90" name="Summary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ummaryzoom">
                <psuz:summaryZm>
                  <psuz:summaryZmObj sectionId="{00000001-1111-4222-8333-000000000001}">
                    <psuz:zmPr returnToParent="1"/>
                  </psuz:summaryZmObj>
                  <psuz:summaryZmObj sectionId="{00000002-1111-4222-8333-000000000002}">
                    <psuz:zmPr returnToParent="1"/>
                  </psuz:summaryZmObj>
                  <psuz:summaryZmObj sectionId="{00000003-1111-4222-8333-000000000003}">
                    <psuz:zmPr returnToParent="1"/>
                  </psuz:summaryZmObj>
                </psuz:summaryZm>
              </a:graphicData>
            </a:graphic>
          </p:graphicFrame>
        </mc:Choice>
        <mc:Fallback>
          <p:sp>
            <p:nvSpPr>
              <p:cNvPr id="90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94" name="Section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ectionzoom">
                <psez:sectionZm>
                  <psez:sectionZmObj sectionId="{00000001-1111-4222-8333-000000000001}">
                    <psez:zmPr returnToParent="1"/>
                  </psez:sectionZmObj>
                </psez:sectionZm>
              </a:graphicData>
            </a:graphic>
          </p:graphicFrame>
        </mc:Choice>
        <mc:Fallback>
          <p:sp>
            <p:nvSpPr>
              <p:cNvPr id="94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and tandem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5" name="Slide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lidezoom">
                <pslz:sldZm>
                  <pslz:sldZmObj sldId="259">
                    <pslz:zmPr returnToParent="1"/>
                  </pslz:sldZmObj>
                </pslz:sldZm>
              </a:graphicData>
            </a:graphic>
          </p:graphicFrame>
        </mc:Choice>
        <mc:Fallback>
          <p:sp>
            <p:nvSpPr>
              <p:cNvPr id="95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Paddleboards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 calm mornings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Paddleboard: $18 an hour</a:t>
            </a:r>
          </a:p>
        </p:txBody>
      </p:sp>
      <p:sp>
        <p:nvSpPr>
          <p:cNvPr id="4" name="Action Button: Go Home 3">
            <a:hlinkClick r:id="rId2" action="ppaction://hlinksldjump" highlightClick="1"/>
          </p:cNvPr>
          <p:cNvSpPr/>
          <p:nvPr/>
        </p:nvSpPr>
        <p:spPr>
          <a:xfrm>
            <a:off x="10607040" y="5486400"/>
            <a:ext cx="914400" cy="73152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Reserve on our rental page</a:t>
            </a:r>
          </a:p>
          <a:p>
            <a:pPr/>
            <a:r>
              <a:t>Pay at the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