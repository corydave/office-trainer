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Gear and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3840480" y="5394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200">
                <a:ln w="12700">
                  <a:solidFill>
                    <a:schemeClr val="accent1">
                      <a:lumMod val="5000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Paddle smart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bring</a:t>
            </a:r>
          </a:p>
        </p:txBody>
      </p:sp>
      <p:sp>
        <p:nvSpPr>
          <p:cNvPr id="3" name="Bring list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/>
              <a:t>Sun protection</a:t>
            </a:r>
          </a:p>
          <a:p>
            <a:pPr/>
            <a:r>
              <a:rPr sz="2400"/>
              <a:t>Hat</a:t>
            </a:r>
          </a:p>
          <a:p>
            <a:pPr/>
            <a:r>
              <a:rPr sz="2400"/>
              <a:t>Sunscreen</a:t>
            </a:r>
          </a:p>
          <a:p>
            <a:pPr/>
            <a:r>
              <a:rPr sz="2400"/>
              <a:t>Water</a:t>
            </a:r>
          </a:p>
          <a:p>
            <a:pPr/>
            <a:r>
              <a:rPr sz="2400"/>
              <a:t>Dry clothes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steps</a:t>
            </a:r>
          </a:p>
        </p:txBody>
      </p:sp>
      <p:sp>
        <p:nvSpPr>
          <p:cNvPr id="3" name="Steps"/>
          <p:cNvSpPr txBox="1"/>
          <p:nvPr/>
        </p:nvSpPr>
        <p:spPr>
          <a:xfrm>
            <a:off x="73152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sz="2400"/>
              <a:t>Put on your life jacket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Carry the boat to the water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Sit down in the middle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Push off gently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Life jacket</a:t>
            </a:r>
          </a:p>
          <a:p>
            <a:pPr/>
            <a:r>
              <a:t>Paddle</a:t>
            </a:r>
          </a:p>
          <a:p>
            <a:pPr/>
            <a:r>
              <a:t>Whistle</a:t>
            </a:r>
          </a:p>
          <a:p>
            <a:pPr/>
            <a:r>
              <a:t>Dry bag</a:t>
            </a:r>
          </a:p>
          <a:p>
            <a:pPr/>
            <a:r>
              <a:t>Water bottle</a:t>
            </a:r>
          </a:p>
          <a:p>
            <a:pPr/>
            <a:r>
              <a:t>Sunscreen</a:t>
            </a:r>
          </a:p>
          <a:p>
            <a:pPr/>
            <a:r>
              <a:t>Hat</a:t>
            </a:r>
          </a:p>
          <a:p>
            <a:pPr/>
            <a:r>
              <a:t>Sunglasses with a strap</a:t>
            </a:r>
          </a:p>
          <a:p>
            <a:pPr/>
            <a:r>
              <a:t>Snack</a:t>
            </a:r>
          </a:p>
          <a:p>
            <a:pPr/>
            <a:r>
              <a:t>Phone in a pouch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