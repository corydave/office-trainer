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m4a" ContentType="audio/mp4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lb" ContentType="model/gltf-binary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2.m4a"/><Relationship Id="rId3" Type="http://schemas.openxmlformats.org/officeDocument/2006/relationships/video" Target="../media/media2.m4a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17/06/relationships/model3d" Target="../media/model3d1.glb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  <p:pic>
        <p:nvPicPr>
          <p:cNvPr id="4" name="music.m4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15600" y="365760"/>
            <a:ext cx="54864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 repeatCount="indefinit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 video</a:t>
            </a:r>
          </a:p>
        </p:txBody>
      </p:sp>
      <p:pic>
        <p:nvPicPr>
          <p:cNvPr id="3" name="tou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>
                  <p14:trim st="1000" end="6000"/>
                  <p14:fade in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1680" y="1371600"/>
            <a:ext cx="813816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new kayak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1" name="3D Model 1" descr="A 3D model of a kayak"/>
              <p:cNvGraphicFramePr>
                <a:graphicFrameLocks noChangeAspect="1"/>
              </p:cNvGraphicFramePr>
              <p:nvPr/>
            </p:nvGraphicFramePr>
            <p:xfrm>
              <a:off x="6096000" y="1828800"/>
              <a:ext cx="3048000" cy="2286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48000" cy="2286000"/>
                    </a:xfrm>
                  </am3d:spPr>
                  <am3d:camera>
                    <am3d:pos x="0" y="0" z="600000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" d="1"/>
                    <am3d:preTrans dx="0" dy="0" dz="0"/>
                    <am3d:scale>
                      <a:sx n="1000000" d="1000000"/>
                      <a:sy n="1000000" d="1000000"/>
                      <a:sz n="1000000" d="1000000"/>
                    </am3d:scale>
                    <am3d:rot ax="1500000" ay="-270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3048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</am3d:model3d>
              </a:graphicData>
            </a:graphic>
          </p:graphicFrame>
        </mc:Choice>
        <mc:Fallback>
          <p:sp>
            <p:nvSpPr>
              <p:cNvPr id="91" name="3D Model fallback"/>
              <p:cNvSpPr/>
              <p:nvPr/>
            </p:nvSpPr>
            <p:spPr>
              <a:xfrm>
                <a:off x="6096000" y="1828800"/>
                <a:ext cx="3048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book online</a:t>
            </a:r>
          </a:p>
        </p:txBody>
      </p:sp>
      <p:pic>
        <p:nvPicPr>
          <p:cNvPr id="3" name="Screen Recording 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1680" y="1371600"/>
            <a:ext cx="813816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