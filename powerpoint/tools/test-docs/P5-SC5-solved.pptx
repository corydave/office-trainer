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authors.xml" ContentType="application/vnd.ms-powerpoint.authors+xml"/>
  <Override PartName="/ppt/comments/modernComment_257_0.xml" ContentType="application/vnd.ms-powerpoint.comments+xml"/>
  <Override PartName="/ppt/comments/modernComment_261_0.xml" ContentType="application/vnd.ms-powerpoint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 removePersonalInfoOnSave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custShowLst>
    <p:custShow name="Highlights" id="0">
      <p:sldLst>
        <p:sld r:id="rId7"/>
        <p:sld r:id="rId9"/>
        <p:sld r:id="rId12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B4FAFE-219A-5CC8-ACC8-AC28A17E00D2}" name="Sam Lee" initials="SL" userId="Sam Lee" providerId="None"/>
  <p188:author id="{0D67BDA1-0C14-59DB-9E8C-E6EDE3F26BC5}" name="Jordan Rivera" initials="JR" userId="Jordan River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microsoft.com/office/2018/10/relationships/authors" Target="authors.xml"/></Relationships>
</file>

<file path=ppt/comments/modernComment_25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2-AAAA-4BBB-8CCC-000000000001}" authorId="{25B4FAFE-219A-5CC8-ACC8-AC28A17E00D2}" created="2027-05-01T09:00:00.000" status="resolved">
    <pc:sldMkLst xmlns:pc="http://schemas.microsoft.com/office/powerpoint/2013/main/command">
      <pc:docMk/>
      <pc:sldMk cId="1002035183" sldId="257"/>
    </pc:sldMkLst>
    <p188:replyLst>
      <p188:reply id="{00000002-DDDD-4EEE-8FFF-00000000000A}" authorId="{0D67BDA1-0C14-59DB-9E8C-E6EDE3F26BC5}" created="2027-05-02T10:00:00.000">
        <p188:txBody>
          <a:bodyPr/>
          <a:lstStyle/>
          <a:p>
            <a:r>
              <a:rPr lang="en-US"/>
              <a:t>Yes, June 12.</a:t>
            </a:r>
          </a:p>
        </p188:txBody>
      </p188:reply>
    </p188:replyLst>
    <p188:txBody>
      <a:bodyPr/>
      <a:lstStyle/>
      <a:p>
        <a:r>
          <a:rPr lang="en-US"/>
          <a:t>Is the date right?</a:t>
        </a:r>
      </a:p>
    </p188:txBody>
  </p188:cm>
</p188:cmLst>
</file>

<file path=ppt/comments/modernComment_26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6-AAAA-4BBB-8CCC-000000000001}" authorId="{0D67BDA1-0C14-59DB-9E8C-E6EDE3F26BC5}" created="2027-05-01T09:00:00.000">
    <pc:sldMkLst xmlns:pc="http://schemas.microsoft.com/office/powerpoint/2013/main/command">
      <pc:docMk/>
      <pc:sldMk cId="1002066859" sldId="261"/>
    </pc:sldMkLst>
    <p188:txBody>
      <a:bodyPr/>
      <a:lstStyle/>
      <a:p>
        <a:r>
          <a:rPr lang="en-US"/>
          <a:t>Add our email?</a:t>
        </a:r>
      </a:p>
    </p188:txBody>
  </p188:cm>
</p188:cmLst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257_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261_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Team retreat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  <p:transition advTm="10000">
    <p:cut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agenda</a:t>
            </a:r>
          </a:p>
        </p:txBody>
      </p:sp>
    </p:spTree>
  </p:cSld>
  <p:clrMapOvr>
    <a:masterClrMapping/>
  </p:clrMapOvr>
  <p:transition advTm="10000">
    <p:cut/>
  </p:transition>
  <p:extLst>
    <p:ext uri="{BB962C8B-B14F-4D97-AF65-F5344CB8AC3E}">
      <ns0:creationId xmlns:ns0="http://schemas.microsoft.com/office/powerpoint/2010/main" val="1002035183"/>
    </p:ex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morning paddle</a:t>
            </a:r>
          </a:p>
        </p:txBody>
      </p:sp>
      <p:pic>
        <p:nvPicPr>
          <p:cNvPr id="3" name="Picture 3" descr="The team paddling together on a calm morn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5486400" cy="3657600"/>
          </a:xfrm>
          <a:prstGeom prst="rect">
            <a:avLst/>
          </a:prstGeom>
        </p:spPr>
      </p:pic>
    </p:spTree>
  </p:cSld>
  <p:clrMapOvr>
    <a:masterClrMapping/>
  </p:clrMapOvr>
  <p:transition advTm="10000">
    <p:cut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lunch</a:t>
            </a:r>
          </a:p>
        </p:txBody>
      </p:sp>
    </p:spTree>
  </p:cSld>
  <p:clrMapOvr>
    <a:masterClrMapping/>
  </p:clrMapOvr>
  <p:transition advTm="10000">
    <p:cut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Afternoon games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afternoon games</a:t>
            </a:r>
          </a:p>
        </p:txBody>
      </p:sp>
    </p:spTree>
  </p:cSld>
  <p:clrMapOvr>
    <a:masterClrMapping/>
  </p:clrMapOvr>
  <p:transition advTm="10000">
    <p:cut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thank you</a:t>
            </a:r>
          </a:p>
        </p:txBody>
      </p:sp>
    </p:spTree>
  </p:cSld>
  <p:clrMapOvr>
    <a:masterClrMapping/>
  </p:clrMapOvr>
  <p:transition advTm="10000">
    <p:cut/>
  </p:transition>
  <p:extLst>
    <p:ext uri="{BB962C8B-B14F-4D97-AF65-F5344CB8AC3E}">
      <ns0:creationId xmlns:ns0="http://schemas.microsoft.com/office/powerpoint/2010/main" val="1002066859"/>
    </p:ex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