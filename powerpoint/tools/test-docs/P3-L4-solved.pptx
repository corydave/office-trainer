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4000-8000-000000000000}" type="doc">
      <dgm:prSet/>
      <dgm:spPr/>
      <dgm:t>
        <a:bodyPr/>
        <a:p>
          <a:endParaRPr lang="en-US"/>
        </a:p>
      </dgm:t>
    </dgm:pt>
    <dgm:pt modelId="{00000000-0000-4000-8000-000000000001}">
      <dgm:prSet phldrT="[Text]"/>
      <dgm:spPr/>
      <dgm:t>
        <a:bodyPr/>
        <a:p>
          <a:r>
            <a:rPr lang="en-US"/>
            <a:t>Check the weather</a:t>
          </a:r>
        </a:p>
      </dgm:t>
    </dgm:pt>
    <dgm:pt modelId="{00000000-0000-4000-8000-000000000002}">
      <dgm:prSet phldrT="[Text]"/>
      <dgm:spPr/>
      <dgm:t>
        <a:bodyPr/>
        <a:p>
          <a:r>
            <a:rPr lang="en-US"/>
            <a:t>Put on a life jacket</a:t>
          </a:r>
        </a:p>
      </dgm:t>
    </dgm:pt>
    <dgm:pt modelId="{00000000-0000-4000-8000-000000000003}">
      <dgm:prSet phldrT="[Text]"/>
      <dgm:spPr/>
      <dgm:t>
        <a:bodyPr/>
        <a:p>
          <a:r>
            <a:rPr lang="en-US"/>
            <a:t>Tell someone your plan</a:t>
          </a:r>
        </a:p>
      </dgm:t>
    </dgm:pt>
    <dgm:pt modelId="{00000000-0000-4000-8000-000000000004}">
      <dgm:prSet phldrT="[Text]"/>
      <dgm:spPr/>
      <dgm:t>
        <a:bodyPr/>
        <a:p>
          <a:r>
            <a:rPr lang="en-US"/>
            <a:t>Have fun</a:t>
          </a:r>
        </a:p>
      </dgm:t>
    </dgm:pt>
  </dgm:ptLst>
  <dgm:cxnLst>
    <dgm:cxn modelId="{10000000-0000-4000-8000-000000000001}" srcId="{00000000-0000-4000-8000-000000000000}" destId="{00000000-0000-4000-8000-000000000001}" srcOrd="0" destOrd="0"/>
    <dgm:cxn modelId="{10000000-0000-4000-8000-000000000002}" srcId="{00000000-0000-4000-8000-000000000000}" destId="{00000000-0000-4000-8000-000000000002}" srcOrd="1" destOrd="0"/>
    <dgm:cxn modelId="{10000000-0000-4000-8000-000000000003}" srcId="{00000000-0000-4000-8000-000000000000}" destId="{00000000-0000-4000-8000-000000000003}" srcOrd="2" destOrd="0"/>
    <dgm:cxn modelId="{10000000-0000-4000-8000-000000000004}" srcId="{00000000-0000-4000-8000-000000000000}" destId="{00000000-0000-4000-8000-000000000004}" srcOrd="3" destOrd="0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layoutNode name="diagram"/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Paddle safely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92" name="Diagram 1" descr="Four safety steps in a cycle"/>
          <p:cNvGraphicFramePr/>
          <p:nvPr/>
        </p:nvGraphicFramePr>
        <p:xfrm>
          <a:off x="1524000" y="1828800"/>
          <a:ext cx="9144000" cy="3200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Safety</a:t>
            </a:r>
          </a:p>
          <a:p>
            <a:pPr/>
            <a:r>
              <a:t>Fun</a:t>
            </a:r>
          </a:p>
          <a:p>
            <a:pPr/>
            <a:r>
              <a:t>Respect for the lake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