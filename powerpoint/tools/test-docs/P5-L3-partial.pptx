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0" useTimings="0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  <p:transition advTm="6000">
    <p:cut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welcome</a:t>
            </a:r>
          </a:p>
        </p:txBody>
      </p:sp>
    </p:spTree>
  </p:cSld>
  <p:clrMapOvr>
    <a:masterClrMapping/>
  </p:clrMapOvr>
  <p:transition advTm="7000">
    <p:cut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our boats</a:t>
            </a:r>
          </a:p>
        </p:txBody>
      </p:sp>
    </p:spTree>
  </p:cSld>
  <p:clrMapOvr>
    <a:masterClrMapping/>
  </p:clrMapOvr>
  <p:transition advTm="8000">
    <p:cut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prices</a:t>
            </a:r>
          </a:p>
        </p:txBody>
      </p:sp>
    </p:spTree>
  </p:cSld>
  <p:clrMapOvr>
    <a:masterClrMapping/>
  </p:clrMapOvr>
  <p:transition advTm="6000">
    <p:cut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safety</a:t>
            </a:r>
          </a:p>
        </p:txBody>
      </p:sp>
    </p:spTree>
  </p:cSld>
  <p:clrMapOvr>
    <a:masterClrMapping/>
  </p:clrMapOvr>
  <p:transition advTm="7000">
    <p:cut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weather rules</a:t>
            </a:r>
          </a:p>
        </p:txBody>
      </p:sp>
    </p:spTree>
  </p:cSld>
  <p:clrMapOvr>
    <a:masterClrMapping/>
  </p:clrMapOvr>
  <p:transition advTm="8000">
    <p:cut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 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book online</a:t>
            </a:r>
          </a:p>
        </p:txBody>
      </p:sp>
    </p:spTree>
  </p:cSld>
  <p:clrMapOvr>
    <a:masterClrMapping/>
  </p:clrMapOvr>
  <p:transition advTm="6000">
    <p:cut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thank you</a:t>
            </a:r>
          </a:p>
        </p:txBody>
      </p:sp>
    </p:spTree>
  </p:cSld>
  <p:clrMapOvr>
    <a:masterClrMapping/>
  </p:clrMapOvr>
  <p:transition advTm="7000"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Lakeshore tour</dc:title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