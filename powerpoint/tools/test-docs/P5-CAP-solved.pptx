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custShowLst>
    <p:custShow name="Short version" id="0">
      <p:sldLst>
        <p:sld r:id="rId7"/>
        <p:sld r:id="rId8"/>
        <p:sld r:id="rId13"/>
        <p:sld r:id="rId17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000001-1111-4222-8333-000000000001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Results" id="{00000002-1111-4222-8333-000000000002}">
          <p14:sldIdLst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Rentals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Kayak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180</c:v>
                </c:pt>
                <c:pt idx="2">
                  <c:v>150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Canoe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95</c:v>
                </c:pt>
                <c:pt idx="2">
                  <c:v>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Paddleboard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90</c:v>
                </c:pt>
                <c:pt idx="1">
                  <c:v>140</c:v>
                </c:pt>
                <c:pt idx="2">
                  <c:v>110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4000-8000-000000000000}" type="doc">
      <dgm:prSet/>
      <dgm:spPr/>
      <dgm:t>
        <a:bodyPr/>
        <a:p>
          <a:endParaRPr lang="en-US"/>
        </a:p>
      </dgm:t>
    </dgm:pt>
    <dgm:pt modelId="{00000000-0000-4000-8000-000000000001}">
      <dgm:prSet phldrT="[Text]"/>
      <dgm:spPr/>
      <dgm:t>
        <a:bodyPr/>
        <a:p>
          <a:r>
            <a:rPr lang="en-US"/>
            <a:t>Reserve</a:t>
          </a:r>
        </a:p>
      </dgm:t>
    </dgm:pt>
    <dgm:pt modelId="{00000000-0000-4000-8000-000000000002}">
      <dgm:prSet phldrT="[Text]"/>
      <dgm:spPr/>
      <dgm:t>
        <a:bodyPr/>
        <a:p>
          <a:r>
            <a:rPr lang="en-US"/>
            <a:t>Paddle</a:t>
          </a:r>
        </a:p>
      </dgm:t>
    </dgm:pt>
    <dgm:pt modelId="{00000000-0000-4000-8000-000000000003}">
      <dgm:prSet phldrT="[Text]"/>
      <dgm:spPr/>
      <dgm:t>
        <a:bodyPr/>
        <a:p>
          <a:r>
            <a:rPr lang="en-US"/>
            <a:t>Return</a:t>
          </a:r>
        </a:p>
      </dgm:t>
    </dgm:pt>
  </dgm:ptLst>
  <dgm:cxnLst>
    <dgm:cxn modelId="{10000000-0000-4000-8000-000000000001}" srcId="{00000000-0000-4000-8000-000000000000}" destId="{00000000-0000-4000-8000-000000000001}" srcOrd="0" destOrd="0"/>
    <dgm:cxn modelId="{10000000-0000-4000-8000-000000000002}" srcId="{00000000-0000-4000-8000-000000000000}" destId="{00000000-0000-4000-8000-000000000002}" srcOrd="1" destOrd="0"/>
    <dgm:cxn modelId="{10000000-0000-4000-8000-000000000003}" srcId="{00000000-0000-4000-8000-000000000000}" destId="{00000000-0000-4000-8000-000000000003}" srcOrd="2" destOrd="0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layoutNode name="diagram"/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eorgia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con1.svg"/><Relationship Id="rId6" Type="http://schemas.openxmlformats.org/officeDocument/2006/relationships/image" Target="../media/icon2.svg"/><Relationship Id="rId7" Type="http://schemas.openxmlformats.org/officeDocument/2006/relationships/image" Target="../media/icon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lakeshorepaddle.example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season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Busiest July ever</a:t>
            </a:r>
          </a:p>
          <a:p>
            <a:pPr/>
            <a:r>
              <a:t>Two new guides</a:t>
            </a:r>
          </a:p>
          <a:p>
            <a:pPr/>
            <a:r>
              <a:t>Five-star reviews</a:t>
            </a:r>
          </a:p>
        </p:txBody>
      </p:sp>
      <p:sp>
        <p:nvSpPr>
          <p:cNvPr id="4" name="Explosion 3"/>
          <p:cNvSpPr/>
          <p:nvPr/>
        </p:nvSpPr>
        <p:spPr>
          <a:xfrm>
            <a:off x="8229600" y="3657600"/>
            <a:ext cx="3108960" cy="182880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Record year!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2</a:t>
            </a:fld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Hire a third guide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3</a:t>
            </a:fld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beach</a:t>
            </a:r>
          </a:p>
        </p:txBody>
      </p:sp>
      <p:pic>
        <p:nvPicPr>
          <p:cNvPr id="3" name="Beach photo" descr="Boats and families on the beach in Jul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486400" cy="3657600"/>
          </a:xfrm>
          <a:prstGeom prst="rect">
            <a:avLst/>
          </a:prstGeom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4</a:t>
            </a:fld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offer</a:t>
            </a:r>
          </a:p>
        </p:txBody>
      </p:sp>
      <p:pic>
        <p:nvPicPr>
          <p:cNvPr id="3" name="Icon wave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7280" y="2377440"/>
            <a:ext cx="1280160" cy="1280160"/>
          </a:xfrm>
          <a:prstGeom prst="rect">
            <a:avLst/>
          </a:prstGeom>
        </p:spPr>
      </p:pic>
      <p:pic>
        <p:nvPicPr>
          <p:cNvPr id="4" name="Icon su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9039" y="2377440"/>
            <a:ext cx="1280160" cy="1280160"/>
          </a:xfrm>
          <a:prstGeom prst="rect">
            <a:avLst/>
          </a:prstGeom>
        </p:spPr>
      </p:pic>
      <p:pic>
        <p:nvPicPr>
          <p:cNvPr id="5" name="Icon paddle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89520" y="2377440"/>
            <a:ext cx="1280160" cy="1280160"/>
          </a:xfrm>
          <a:prstGeom prst="rect">
            <a:avLst/>
          </a:prstGeom>
        </p:spPr>
      </p:pic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5</a:t>
            </a:fld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1828800"/>
        </p:xfrm>
        <a:graphic>
          <a:graphicData uri="http://schemas.openxmlformats.org/drawingml/2006/table">
            <a:tbl>
              <a:tblPr firstRow="1" bandRow="1">
                <a:tableStyleId>{21E4AEA4-8DFA-4A89-87EB-49C32662AFE8}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Boat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Kayak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Canoe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Paddleboard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6</a:t>
            </a:fld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Rentals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7</a:t>
            </a:fld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Draft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Not final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8</a:t>
            </a:fld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</a:t>
            </a:r>
          </a:p>
        </p:txBody>
      </p:sp>
      <p:sp>
        <p:nvSpPr>
          <p:cNvPr id="3" name="Safety steps"/>
          <p:cNvSpPr txBox="1"/>
          <p:nvPr/>
        </p:nvSpPr>
        <p:spPr>
          <a:xfrm>
            <a:off x="731520" y="14630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sz="2400"/>
              <a:t>Check the weather</a:t>
            </a:r>
          </a:p>
          <a:p>
            <a:pPr marL="342900" indent="-342900">
              <a:buFont typeface="+mj-lt"/>
              <a:buAutoNum type="arabicPeriod"/>
            </a:pPr>
            <a:r>
              <a:rPr sz="2400"/>
              <a:t>Put on a life jacket</a:t>
            </a:r>
          </a:p>
          <a:p>
            <a:pPr marL="342900" indent="-342900">
              <a:buFont typeface="+mj-lt"/>
              <a:buAutoNum type="arabicPeriod"/>
            </a:pPr>
            <a:r>
              <a:rPr sz="2400"/>
              <a:t>Tell someone your plan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9</a:t>
            </a:fld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10</a:t>
            </a:fld>
          </a:p>
        </p:txBody>
      </p:sp>
      <p:graphicFrame>
        <p:nvGraphicFramePr>
          <p:cNvPr id="92" name="Diagram 1" descr=""/>
          <p:cNvGraphicFramePr/>
          <p:nvPr/>
        </p:nvGraphicFramePr>
        <p:xfrm>
          <a:off x="1524000" y="1828800"/>
          <a:ext cx="9144000" cy="3200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hlinkClick r:id="rId2"/>
              </a:rPr>
              <a:t>Find us on our website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11</a:t>
            </a:fld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Lakeshore season review</dc:title>
  <dc:subject/>
  <dc:creator>Jordan Rivera</dc:creator>
  <cp:keywords/>
  <dc:description/>
  <cp:lastModifiedBy>Jordan Rivera</cp:lastModifiedBy>
  <cp:revision>1</cp:revision>
  <dcterms:created xsi:type="dcterms:W3CDTF">2013-01-27T09:14:16Z</dcterms:created>
  <dcterms:modified xsi:type="dcterms:W3CDTF">2013-01-27T09:15:58Z</dcterms:modified>
  <cp:category/>
</cp:coreProperties>
</file>