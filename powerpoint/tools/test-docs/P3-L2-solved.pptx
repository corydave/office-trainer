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ink/ink1.xml" ContentType="application/inkml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ink/ink1.xml><?xml version="1.0" encoding="utf-8"?>
<inkml:ink xmlns:inkml="http://www.w3.org/2003/InkML">
  <inkml:trace>10 0, 9 1, 7 2, 5 3, 3 5, 2 7, 1 9, 0 10, 1 12, 3 14, 6 15, 9 16, 12 15, 15 14, 17 12, 18 10, 17 7, 15 5, 13 3, 11 1</inkml:trace>
</inkml:ink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con1.svg"/><Relationship Id="rId7" Type="http://schemas.openxmlformats.org/officeDocument/2006/relationships/image" Target="../media/icon2.svg"/><Relationship Id="rId8" Type="http://schemas.openxmlformats.org/officeDocument/2006/relationships/image" Target="../media/icon3.svg"/><Relationship Id="rId9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Find us on the beach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 us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6400800" y="1828800"/>
            <a:ext cx="2743200" cy="91440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Free demos Saturday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Open 9 to 7 every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Rentals</a:t>
            </a:r>
          </a:p>
        </p:txBody>
      </p:sp>
      <p:sp>
        <p:nvSpPr>
          <p:cNvPr id="4" name="Banner"/>
          <p:cNvSpPr/>
          <p:nvPr/>
        </p:nvSpPr>
        <p:spPr>
          <a:xfrm>
            <a:off x="0" y="4937760"/>
            <a:ext cx="12191695" cy="1097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Rent by the hour or the day</a:t>
            </a:r>
          </a:p>
        </p:txBody>
      </p:sp>
      <p:pic>
        <p:nvPicPr>
          <p:cNvPr id="3" name="Logo" descr="Lakeshore Paddle 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120640"/>
            <a:ext cx="2194560" cy="877824"/>
          </a:xfrm>
          <a:prstGeom prst="rect">
            <a:avLst/>
          </a:prstGeom>
        </p:spPr>
      </p:pic>
      <p:grpSp>
        <p:nvGrpSpPr>
          <p:cNvPr id="8" name="Icons"/>
          <p:cNvGrpSpPr/>
          <p:nvPr/>
        </p:nvGrpSpPr>
        <p:grpSpPr>
          <a:xfrm>
            <a:off x="1097280" y="2194560"/>
            <a:ext cx="8595360" cy="1280160"/>
            <a:chOff x="1097280" y="2194560"/>
            <a:chExt cx="8595360" cy="1280160"/>
          </a:xfrm>
        </p:grpSpPr>
        <p:pic>
          <p:nvPicPr>
            <p:cNvPr id="5" name="Icon wave" descr="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7280" y="2194560"/>
              <a:ext cx="1280160" cy="1280160"/>
            </a:xfrm>
            <a:prstGeom prst="rect">
              <a:avLst/>
            </a:prstGeom>
          </p:spPr>
        </p:pic>
        <p:pic>
          <p:nvPicPr>
            <p:cNvPr id="6" name="Icon sun" descr="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54880" y="2194560"/>
              <a:ext cx="1280160" cy="1280160"/>
            </a:xfrm>
            <a:prstGeom prst="rect">
              <a:avLst/>
            </a:prstGeom>
          </p:spPr>
        </p:pic>
        <p:pic>
          <p:nvPicPr>
            <p:cNvPr id="7" name="Icon paddle" descr="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412480" y="2194560"/>
              <a:ext cx="1280160" cy="128016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3" name="Ink 93"/>
              <p14:cNvContentPartPr/>
              <p14:nvPr/>
            </p14:nvContentPartPr>
            <p14:xfrm>
              <a:off x="3000000" y="2000000"/>
              <a:ext cx="1200000" cy="1200000"/>
            </p14:xfrm>
          </p:contentPart>
        </mc:Choice>
        <mc:Fallback>
          <p:sp>
            <p:nvSpPr>
              <p:cNvPr id="93" name="Ink fallback"/>
              <p:cNvSpPr/>
              <p:nvPr/>
            </p:nvSpPr>
            <p:spPr/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