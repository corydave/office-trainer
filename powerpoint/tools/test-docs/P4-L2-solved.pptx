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 with 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rent with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Safe gear, checked every day</a:t>
            </a:r>
          </a:p>
          <a:p>
            <a:pPr/>
            <a:r>
              <a:t>Friendly guides</a:t>
            </a:r>
          </a:p>
          <a:p>
            <a:pPr/>
            <a:r>
              <a:t>Boats for every age</a:t>
            </a:r>
          </a:p>
        </p:txBody>
      </p:sp>
      <p:pic>
        <p:nvPicPr>
          <p:cNvPr id="4" name="Logo" descr="Lakeshore Paddle 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74320"/>
            <a:ext cx="2286000" cy="914400"/>
          </a:xfrm>
          <a:prstGeom prst="rect">
            <a:avLst/>
          </a:prstGeom>
        </p:spPr>
      </p:pic>
      <p:sp>
        <p:nvSpPr>
          <p:cNvPr id="5" name="Sticky note"/>
          <p:cNvSpPr/>
          <p:nvPr/>
        </p:nvSpPr>
        <p:spPr>
          <a:xfrm>
            <a:off x="8412480" y="3840480"/>
            <a:ext cx="2926080" cy="146304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Book by Friday!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route</a:t>
            </a:r>
          </a:p>
        </p:txBody>
      </p:sp>
      <p:pic>
        <p:nvPicPr>
          <p:cNvPr id="3" name="Kayak" descr="Kaya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0"/>
            <a:ext cx="1463040" cy="1463040"/>
          </a:xfrm>
          <a:prstGeom prst="rect">
            <a:avLst/>
          </a:prstGeom>
        </p:spPr>
      </p:pic>
      <p:sp>
        <p:nvSpPr>
          <p:cNvPr id="4" name="Dock"/>
          <p:cNvSpPr/>
          <p:nvPr/>
        </p:nvSpPr>
        <p:spPr>
          <a:xfrm>
            <a:off x="457200" y="3108960"/>
            <a:ext cx="1463040" cy="1097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6 0 E" pathEditMode="relative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