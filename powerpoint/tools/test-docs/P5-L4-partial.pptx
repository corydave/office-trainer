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 removePersonalInfoOnSave="1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everyone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Season wrap-up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best summer</a:t>
            </a:r>
          </a:p>
        </p:txBody>
      </p:sp>
      <p:pic>
        <p:nvPicPr>
          <p:cNvPr id="3" name="Picture 3" descr="Kayaks lined up on the beach at sunri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5486400" cy="3657600"/>
          </a:xfrm>
          <a:prstGeom prst="rect">
            <a:avLst/>
          </a:prstGeom>
        </p:spPr>
      </p:pic>
      <p:sp>
        <p:nvSpPr>
          <p:cNvPr id="4" name="Note to self"/>
          <p:cNvSpPr txBox="1"/>
          <p:nvPr/>
        </p:nvSpPr>
        <p:spPr>
          <a:xfrm>
            <a:off x="1280160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TODO: check prices with Sam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Boat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Kayak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Canoe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