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609600" y="1600200"/>
            <a:ext cx="45720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" descr="Lakeshore Paddle Company logo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66960" y="5760720"/>
            <a:ext cx="182880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June 1 to Labor Day</a:t>
            </a:r>
          </a:p>
          <a:p>
            <a:pPr/>
            <a:r>
              <a:t>Sunset tours on Fridays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word from our founder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season ahead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