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Everyone wears a life jacket on the water, staff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Lakeshore Paddle Company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Summer staff orientation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first 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Meet at the boathouse at 8:30 a.m.</a:t>
            </a:r>
          </a:p>
          <a:p>
            <a:pPr/>
            <a:r>
              <a:t>Shadow a guide for the morning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Lakeshore Paddle Company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Life jackets on the water</a:t>
            </a:r>
          </a:p>
          <a:p>
            <a:pPr/>
            <a:r>
              <a:t>Guides carry a whistle and a radio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Lakeshore Paddle Company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Gear checkout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Check each boat</a:t>
            </a:r>
          </a:p>
          <a:p>
            <a:pPr/>
            <a:r>
              <a:t>Log every rental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Lakeshore Paddle Company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Ask your shift lead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Lakeshore Paddle Company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t>5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Summer staff orientation</dc:title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